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8"/>
  </p:notesMasterIdLst>
  <p:handoutMasterIdLst>
    <p:handoutMasterId r:id="rId19"/>
  </p:handoutMasterIdLst>
  <p:sldIdLst>
    <p:sldId id="256" r:id="rId2"/>
    <p:sldId id="257" r:id="rId3"/>
    <p:sldId id="258" r:id="rId4"/>
    <p:sldId id="259" r:id="rId5"/>
    <p:sldId id="282" r:id="rId6"/>
    <p:sldId id="261" r:id="rId7"/>
    <p:sldId id="260" r:id="rId8"/>
    <p:sldId id="264" r:id="rId9"/>
    <p:sldId id="274" r:id="rId10"/>
    <p:sldId id="272" r:id="rId11"/>
    <p:sldId id="275" r:id="rId12"/>
    <p:sldId id="273" r:id="rId13"/>
    <p:sldId id="271" r:id="rId14"/>
    <p:sldId id="263" r:id="rId15"/>
    <p:sldId id="267" r:id="rId16"/>
    <p:sldId id="27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79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P1-P1-S-20-01</a:t>
            </a: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7AC07EB-4237-4689-BCEC-FD229CC771D1}" type="datetime1">
              <a:rPr lang="en-US" smtClean="0"/>
              <a:t>6/28/2022</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Project Title</a:t>
            </a: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3E0E158-A96C-43C6-AFDA-24EFFE696CDF}" type="slidenum">
              <a:rPr lang="en-US" smtClean="0"/>
              <a:t>‹#›</a:t>
            </a:fld>
            <a:endParaRPr lang="en-US"/>
          </a:p>
        </p:txBody>
      </p:sp>
    </p:spTree>
    <p:extLst>
      <p:ext uri="{BB962C8B-B14F-4D97-AF65-F5344CB8AC3E}">
        <p14:creationId xmlns:p14="http://schemas.microsoft.com/office/powerpoint/2010/main" val="89731042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P1-P1-S-20-01</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19EB05-2993-4ED6-B183-9B70D1358DF2}" type="datetime1">
              <a:rPr lang="en-US" smtClean="0"/>
              <a:t>6/28/2022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Project Title</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6FEFBD-D254-4142-B3DF-3182BB9EBA19}" type="slidenum">
              <a:rPr lang="en-US" smtClean="0"/>
              <a:t>‹#›</a:t>
            </a:fld>
            <a:endParaRPr lang="en-US"/>
          </a:p>
        </p:txBody>
      </p:sp>
    </p:spTree>
    <p:extLst>
      <p:ext uri="{BB962C8B-B14F-4D97-AF65-F5344CB8AC3E}">
        <p14:creationId xmlns:p14="http://schemas.microsoft.com/office/powerpoint/2010/main" val="2258977686"/>
      </p:ext>
    </p:extLst>
  </p:cSld>
  <p:clrMap bg1="lt1" tx1="dk1" bg2="lt2" tx2="dk2" accent1="accent1" accent2="accent2" accent3="accent3" accent4="accent4" accent5="accent5" accent6="accent6" hlink="hlink" folHlink="folHlink"/>
  <p:hf/>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86FEFBD-D254-4142-B3DF-3182BB9EBA19}" type="slidenum">
              <a:rPr lang="en-US" smtClean="0"/>
              <a:t>1</a:t>
            </a:fld>
            <a:endParaRPr lang="en-US"/>
          </a:p>
        </p:txBody>
      </p:sp>
      <p:sp>
        <p:nvSpPr>
          <p:cNvPr id="5" name="Footer Placeholder 4"/>
          <p:cNvSpPr>
            <a:spLocks noGrp="1"/>
          </p:cNvSpPr>
          <p:nvPr>
            <p:ph type="ftr" sz="quarter" idx="11"/>
          </p:nvPr>
        </p:nvSpPr>
        <p:spPr/>
        <p:txBody>
          <a:bodyPr/>
          <a:lstStyle/>
          <a:p>
            <a:r>
              <a:rPr lang="en-US"/>
              <a:t>Project Title</a:t>
            </a:r>
          </a:p>
        </p:txBody>
      </p:sp>
      <p:sp>
        <p:nvSpPr>
          <p:cNvPr id="6" name="Header Placeholder 5"/>
          <p:cNvSpPr>
            <a:spLocks noGrp="1"/>
          </p:cNvSpPr>
          <p:nvPr>
            <p:ph type="hdr" sz="quarter" idx="12"/>
          </p:nvPr>
        </p:nvSpPr>
        <p:spPr/>
        <p:txBody>
          <a:bodyPr/>
          <a:lstStyle/>
          <a:p>
            <a:r>
              <a:rPr lang="en-US"/>
              <a:t>P1-P1-S-20-01</a:t>
            </a:r>
          </a:p>
        </p:txBody>
      </p:sp>
      <p:sp>
        <p:nvSpPr>
          <p:cNvPr id="7" name="Date Placeholder 6"/>
          <p:cNvSpPr>
            <a:spLocks noGrp="1"/>
          </p:cNvSpPr>
          <p:nvPr>
            <p:ph type="dt" idx="13"/>
          </p:nvPr>
        </p:nvSpPr>
        <p:spPr/>
        <p:txBody>
          <a:bodyPr/>
          <a:lstStyle/>
          <a:p>
            <a:fld id="{06699198-3357-4EF9-B937-D1C625DCCF6C}" type="datetime1">
              <a:rPr lang="en-US" smtClean="0"/>
              <a:t>6/28/2022</a:t>
            </a:fld>
            <a:endParaRPr lang="en-US"/>
          </a:p>
        </p:txBody>
      </p:sp>
    </p:spTree>
    <p:extLst>
      <p:ext uri="{BB962C8B-B14F-4D97-AF65-F5344CB8AC3E}">
        <p14:creationId xmlns:p14="http://schemas.microsoft.com/office/powerpoint/2010/main" val="4901112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P1-P1-S-20-01</a:t>
            </a:r>
          </a:p>
        </p:txBody>
      </p:sp>
      <p:sp>
        <p:nvSpPr>
          <p:cNvPr id="5" name="Date Placeholder 4"/>
          <p:cNvSpPr>
            <a:spLocks noGrp="1"/>
          </p:cNvSpPr>
          <p:nvPr>
            <p:ph type="dt" idx="11"/>
          </p:nvPr>
        </p:nvSpPr>
        <p:spPr/>
        <p:txBody>
          <a:bodyPr/>
          <a:lstStyle/>
          <a:p>
            <a:fld id="{09A9DB4D-DA56-4B2F-B2F4-9EBBA2A76FFA}" type="datetime1">
              <a:rPr lang="en-US" smtClean="0"/>
              <a:t>6/28/2022</a:t>
            </a:fld>
            <a:endParaRPr lang="en-US"/>
          </a:p>
        </p:txBody>
      </p:sp>
      <p:sp>
        <p:nvSpPr>
          <p:cNvPr id="6" name="Footer Placeholder 5"/>
          <p:cNvSpPr>
            <a:spLocks noGrp="1"/>
          </p:cNvSpPr>
          <p:nvPr>
            <p:ph type="ftr" sz="quarter" idx="12"/>
          </p:nvPr>
        </p:nvSpPr>
        <p:spPr/>
        <p:txBody>
          <a:bodyPr/>
          <a:lstStyle/>
          <a:p>
            <a:r>
              <a:rPr lang="en-US"/>
              <a:t>Project Title</a:t>
            </a:r>
          </a:p>
        </p:txBody>
      </p:sp>
      <p:sp>
        <p:nvSpPr>
          <p:cNvPr id="7" name="Slide Number Placeholder 6"/>
          <p:cNvSpPr>
            <a:spLocks noGrp="1"/>
          </p:cNvSpPr>
          <p:nvPr>
            <p:ph type="sldNum" sz="quarter" idx="13"/>
          </p:nvPr>
        </p:nvSpPr>
        <p:spPr/>
        <p:txBody>
          <a:bodyPr/>
          <a:lstStyle/>
          <a:p>
            <a:fld id="{786FEFBD-D254-4142-B3DF-3182BB9EBA19}" type="slidenum">
              <a:rPr lang="en-US" smtClean="0"/>
              <a:t>2</a:t>
            </a:fld>
            <a:endParaRPr lang="en-US"/>
          </a:p>
        </p:txBody>
      </p:sp>
    </p:spTree>
    <p:extLst>
      <p:ext uri="{BB962C8B-B14F-4D97-AF65-F5344CB8AC3E}">
        <p14:creationId xmlns:p14="http://schemas.microsoft.com/office/powerpoint/2010/main" val="8073739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P1-P1-S-20-01</a:t>
            </a:r>
          </a:p>
        </p:txBody>
      </p:sp>
      <p:sp>
        <p:nvSpPr>
          <p:cNvPr id="5" name="Date Placeholder 4"/>
          <p:cNvSpPr>
            <a:spLocks noGrp="1"/>
          </p:cNvSpPr>
          <p:nvPr>
            <p:ph type="dt" idx="11"/>
          </p:nvPr>
        </p:nvSpPr>
        <p:spPr/>
        <p:txBody>
          <a:bodyPr/>
          <a:lstStyle/>
          <a:p>
            <a:fld id="{09A9DB4D-DA56-4B2F-B2F4-9EBBA2A76FFA}" type="datetime1">
              <a:rPr lang="en-US" smtClean="0"/>
              <a:t>6/28/2022</a:t>
            </a:fld>
            <a:endParaRPr lang="en-US"/>
          </a:p>
        </p:txBody>
      </p:sp>
      <p:sp>
        <p:nvSpPr>
          <p:cNvPr id="6" name="Footer Placeholder 5"/>
          <p:cNvSpPr>
            <a:spLocks noGrp="1"/>
          </p:cNvSpPr>
          <p:nvPr>
            <p:ph type="ftr" sz="quarter" idx="12"/>
          </p:nvPr>
        </p:nvSpPr>
        <p:spPr/>
        <p:txBody>
          <a:bodyPr/>
          <a:lstStyle/>
          <a:p>
            <a:r>
              <a:rPr lang="en-US"/>
              <a:t>Project Title</a:t>
            </a:r>
          </a:p>
        </p:txBody>
      </p:sp>
      <p:sp>
        <p:nvSpPr>
          <p:cNvPr id="7" name="Slide Number Placeholder 6"/>
          <p:cNvSpPr>
            <a:spLocks noGrp="1"/>
          </p:cNvSpPr>
          <p:nvPr>
            <p:ph type="sldNum" sz="quarter" idx="13"/>
          </p:nvPr>
        </p:nvSpPr>
        <p:spPr/>
        <p:txBody>
          <a:bodyPr/>
          <a:lstStyle/>
          <a:p>
            <a:fld id="{786FEFBD-D254-4142-B3DF-3182BB9EBA19}" type="slidenum">
              <a:rPr lang="en-US" smtClean="0"/>
              <a:t>3</a:t>
            </a:fld>
            <a:endParaRPr lang="en-US"/>
          </a:p>
        </p:txBody>
      </p:sp>
    </p:spTree>
    <p:extLst>
      <p:ext uri="{BB962C8B-B14F-4D97-AF65-F5344CB8AC3E}">
        <p14:creationId xmlns:p14="http://schemas.microsoft.com/office/powerpoint/2010/main" val="8693111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P1-P1-S-20-01</a:t>
            </a:r>
          </a:p>
        </p:txBody>
      </p:sp>
      <p:sp>
        <p:nvSpPr>
          <p:cNvPr id="5" name="Date Placeholder 4"/>
          <p:cNvSpPr>
            <a:spLocks noGrp="1"/>
          </p:cNvSpPr>
          <p:nvPr>
            <p:ph type="dt" idx="11"/>
          </p:nvPr>
        </p:nvSpPr>
        <p:spPr/>
        <p:txBody>
          <a:bodyPr/>
          <a:lstStyle/>
          <a:p>
            <a:fld id="{09A9DB4D-DA56-4B2F-B2F4-9EBBA2A76FFA}" type="datetime1">
              <a:rPr lang="en-US" smtClean="0"/>
              <a:t>6/28/2022</a:t>
            </a:fld>
            <a:endParaRPr lang="en-US"/>
          </a:p>
        </p:txBody>
      </p:sp>
      <p:sp>
        <p:nvSpPr>
          <p:cNvPr id="6" name="Footer Placeholder 5"/>
          <p:cNvSpPr>
            <a:spLocks noGrp="1"/>
          </p:cNvSpPr>
          <p:nvPr>
            <p:ph type="ftr" sz="quarter" idx="12"/>
          </p:nvPr>
        </p:nvSpPr>
        <p:spPr/>
        <p:txBody>
          <a:bodyPr/>
          <a:lstStyle/>
          <a:p>
            <a:r>
              <a:rPr lang="en-US"/>
              <a:t>Project Title</a:t>
            </a:r>
          </a:p>
        </p:txBody>
      </p:sp>
      <p:sp>
        <p:nvSpPr>
          <p:cNvPr id="7" name="Slide Number Placeholder 6"/>
          <p:cNvSpPr>
            <a:spLocks noGrp="1"/>
          </p:cNvSpPr>
          <p:nvPr>
            <p:ph type="sldNum" sz="quarter" idx="13"/>
          </p:nvPr>
        </p:nvSpPr>
        <p:spPr/>
        <p:txBody>
          <a:bodyPr/>
          <a:lstStyle/>
          <a:p>
            <a:fld id="{786FEFBD-D254-4142-B3DF-3182BB9EBA19}" type="slidenum">
              <a:rPr lang="en-US" smtClean="0"/>
              <a:t>4</a:t>
            </a:fld>
            <a:endParaRPr lang="en-US"/>
          </a:p>
        </p:txBody>
      </p:sp>
    </p:spTree>
    <p:extLst>
      <p:ext uri="{BB962C8B-B14F-4D97-AF65-F5344CB8AC3E}">
        <p14:creationId xmlns:p14="http://schemas.microsoft.com/office/powerpoint/2010/main" val="17584514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P1-P1-S-20-01</a:t>
            </a:r>
          </a:p>
        </p:txBody>
      </p:sp>
      <p:sp>
        <p:nvSpPr>
          <p:cNvPr id="5" name="Date Placeholder 4"/>
          <p:cNvSpPr>
            <a:spLocks noGrp="1"/>
          </p:cNvSpPr>
          <p:nvPr>
            <p:ph type="dt" idx="11"/>
          </p:nvPr>
        </p:nvSpPr>
        <p:spPr/>
        <p:txBody>
          <a:bodyPr/>
          <a:lstStyle/>
          <a:p>
            <a:fld id="{09A9DB4D-DA56-4B2F-B2F4-9EBBA2A76FFA}" type="datetime1">
              <a:rPr lang="en-US" smtClean="0"/>
              <a:t>6/28/2022</a:t>
            </a:fld>
            <a:endParaRPr lang="en-US"/>
          </a:p>
        </p:txBody>
      </p:sp>
      <p:sp>
        <p:nvSpPr>
          <p:cNvPr id="6" name="Footer Placeholder 5"/>
          <p:cNvSpPr>
            <a:spLocks noGrp="1"/>
          </p:cNvSpPr>
          <p:nvPr>
            <p:ph type="ftr" sz="quarter" idx="12"/>
          </p:nvPr>
        </p:nvSpPr>
        <p:spPr/>
        <p:txBody>
          <a:bodyPr/>
          <a:lstStyle/>
          <a:p>
            <a:r>
              <a:rPr lang="en-US"/>
              <a:t>Project Title</a:t>
            </a:r>
          </a:p>
        </p:txBody>
      </p:sp>
      <p:sp>
        <p:nvSpPr>
          <p:cNvPr id="7" name="Slide Number Placeholder 6"/>
          <p:cNvSpPr>
            <a:spLocks noGrp="1"/>
          </p:cNvSpPr>
          <p:nvPr>
            <p:ph type="sldNum" sz="quarter" idx="13"/>
          </p:nvPr>
        </p:nvSpPr>
        <p:spPr/>
        <p:txBody>
          <a:bodyPr/>
          <a:lstStyle/>
          <a:p>
            <a:fld id="{786FEFBD-D254-4142-B3DF-3182BB9EBA19}" type="slidenum">
              <a:rPr lang="en-US" smtClean="0"/>
              <a:t>5</a:t>
            </a:fld>
            <a:endParaRPr lang="en-US"/>
          </a:p>
        </p:txBody>
      </p:sp>
    </p:spTree>
    <p:extLst>
      <p:ext uri="{BB962C8B-B14F-4D97-AF65-F5344CB8AC3E}">
        <p14:creationId xmlns:p14="http://schemas.microsoft.com/office/powerpoint/2010/main" val="31444925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P1-P1-S-20-01</a:t>
            </a:r>
          </a:p>
        </p:txBody>
      </p:sp>
      <p:sp>
        <p:nvSpPr>
          <p:cNvPr id="5" name="Date Placeholder 4"/>
          <p:cNvSpPr>
            <a:spLocks noGrp="1"/>
          </p:cNvSpPr>
          <p:nvPr>
            <p:ph type="dt" idx="11"/>
          </p:nvPr>
        </p:nvSpPr>
        <p:spPr/>
        <p:txBody>
          <a:bodyPr/>
          <a:lstStyle/>
          <a:p>
            <a:fld id="{09A9DB4D-DA56-4B2F-B2F4-9EBBA2A76FFA}" type="datetime1">
              <a:rPr lang="en-US" smtClean="0"/>
              <a:t>6/28/2022</a:t>
            </a:fld>
            <a:endParaRPr lang="en-US"/>
          </a:p>
        </p:txBody>
      </p:sp>
      <p:sp>
        <p:nvSpPr>
          <p:cNvPr id="6" name="Footer Placeholder 5"/>
          <p:cNvSpPr>
            <a:spLocks noGrp="1"/>
          </p:cNvSpPr>
          <p:nvPr>
            <p:ph type="ftr" sz="quarter" idx="12"/>
          </p:nvPr>
        </p:nvSpPr>
        <p:spPr/>
        <p:txBody>
          <a:bodyPr/>
          <a:lstStyle/>
          <a:p>
            <a:r>
              <a:rPr lang="en-US"/>
              <a:t>Project Title</a:t>
            </a:r>
          </a:p>
        </p:txBody>
      </p:sp>
      <p:sp>
        <p:nvSpPr>
          <p:cNvPr id="7" name="Slide Number Placeholder 6"/>
          <p:cNvSpPr>
            <a:spLocks noGrp="1"/>
          </p:cNvSpPr>
          <p:nvPr>
            <p:ph type="sldNum" sz="quarter" idx="13"/>
          </p:nvPr>
        </p:nvSpPr>
        <p:spPr/>
        <p:txBody>
          <a:bodyPr/>
          <a:lstStyle/>
          <a:p>
            <a:fld id="{786FEFBD-D254-4142-B3DF-3182BB9EBA19}" type="slidenum">
              <a:rPr lang="en-US" smtClean="0"/>
              <a:t>6</a:t>
            </a:fld>
            <a:endParaRPr lang="en-US"/>
          </a:p>
        </p:txBody>
      </p:sp>
    </p:spTree>
    <p:extLst>
      <p:ext uri="{BB962C8B-B14F-4D97-AF65-F5344CB8AC3E}">
        <p14:creationId xmlns:p14="http://schemas.microsoft.com/office/powerpoint/2010/main" val="17817480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P1-P1-S-20-01</a:t>
            </a:r>
          </a:p>
        </p:txBody>
      </p:sp>
      <p:sp>
        <p:nvSpPr>
          <p:cNvPr id="5" name="Date Placeholder 4"/>
          <p:cNvSpPr>
            <a:spLocks noGrp="1"/>
          </p:cNvSpPr>
          <p:nvPr>
            <p:ph type="dt" idx="11"/>
          </p:nvPr>
        </p:nvSpPr>
        <p:spPr/>
        <p:txBody>
          <a:bodyPr/>
          <a:lstStyle/>
          <a:p>
            <a:fld id="{09A9DB4D-DA56-4B2F-B2F4-9EBBA2A76FFA}" type="datetime1">
              <a:rPr lang="en-US" smtClean="0"/>
              <a:t>6/28/2022</a:t>
            </a:fld>
            <a:endParaRPr lang="en-US"/>
          </a:p>
        </p:txBody>
      </p:sp>
      <p:sp>
        <p:nvSpPr>
          <p:cNvPr id="6" name="Footer Placeholder 5"/>
          <p:cNvSpPr>
            <a:spLocks noGrp="1"/>
          </p:cNvSpPr>
          <p:nvPr>
            <p:ph type="ftr" sz="quarter" idx="12"/>
          </p:nvPr>
        </p:nvSpPr>
        <p:spPr/>
        <p:txBody>
          <a:bodyPr/>
          <a:lstStyle/>
          <a:p>
            <a:r>
              <a:rPr lang="en-US"/>
              <a:t>Project Title</a:t>
            </a:r>
          </a:p>
        </p:txBody>
      </p:sp>
      <p:sp>
        <p:nvSpPr>
          <p:cNvPr id="7" name="Slide Number Placeholder 6"/>
          <p:cNvSpPr>
            <a:spLocks noGrp="1"/>
          </p:cNvSpPr>
          <p:nvPr>
            <p:ph type="sldNum" sz="quarter" idx="13"/>
          </p:nvPr>
        </p:nvSpPr>
        <p:spPr/>
        <p:txBody>
          <a:bodyPr/>
          <a:lstStyle/>
          <a:p>
            <a:fld id="{786FEFBD-D254-4142-B3DF-3182BB9EBA19}" type="slidenum">
              <a:rPr lang="en-US" smtClean="0"/>
              <a:t>7</a:t>
            </a:fld>
            <a:endParaRPr lang="en-US"/>
          </a:p>
        </p:txBody>
      </p:sp>
    </p:spTree>
    <p:extLst>
      <p:ext uri="{BB962C8B-B14F-4D97-AF65-F5344CB8AC3E}">
        <p14:creationId xmlns:p14="http://schemas.microsoft.com/office/powerpoint/2010/main" val="37438383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P1-P1-S-20-01</a:t>
            </a:r>
          </a:p>
        </p:txBody>
      </p:sp>
      <p:sp>
        <p:nvSpPr>
          <p:cNvPr id="5" name="Date Placeholder 4"/>
          <p:cNvSpPr>
            <a:spLocks noGrp="1"/>
          </p:cNvSpPr>
          <p:nvPr>
            <p:ph type="dt" idx="11"/>
          </p:nvPr>
        </p:nvSpPr>
        <p:spPr/>
        <p:txBody>
          <a:bodyPr/>
          <a:lstStyle/>
          <a:p>
            <a:fld id="{09A9DB4D-DA56-4B2F-B2F4-9EBBA2A76FFA}" type="datetime1">
              <a:rPr lang="en-US" smtClean="0"/>
              <a:t>6/28/2022</a:t>
            </a:fld>
            <a:endParaRPr lang="en-US"/>
          </a:p>
        </p:txBody>
      </p:sp>
      <p:sp>
        <p:nvSpPr>
          <p:cNvPr id="6" name="Footer Placeholder 5"/>
          <p:cNvSpPr>
            <a:spLocks noGrp="1"/>
          </p:cNvSpPr>
          <p:nvPr>
            <p:ph type="ftr" sz="quarter" idx="12"/>
          </p:nvPr>
        </p:nvSpPr>
        <p:spPr/>
        <p:txBody>
          <a:bodyPr/>
          <a:lstStyle/>
          <a:p>
            <a:r>
              <a:rPr lang="en-US"/>
              <a:t>Project Title</a:t>
            </a:r>
          </a:p>
        </p:txBody>
      </p:sp>
      <p:sp>
        <p:nvSpPr>
          <p:cNvPr id="7" name="Slide Number Placeholder 6"/>
          <p:cNvSpPr>
            <a:spLocks noGrp="1"/>
          </p:cNvSpPr>
          <p:nvPr>
            <p:ph type="sldNum" sz="quarter" idx="13"/>
          </p:nvPr>
        </p:nvSpPr>
        <p:spPr/>
        <p:txBody>
          <a:bodyPr/>
          <a:lstStyle/>
          <a:p>
            <a:fld id="{786FEFBD-D254-4142-B3DF-3182BB9EBA19}" type="slidenum">
              <a:rPr lang="en-US" smtClean="0"/>
              <a:t>8</a:t>
            </a:fld>
            <a:endParaRPr lang="en-US"/>
          </a:p>
        </p:txBody>
      </p:sp>
    </p:spTree>
    <p:extLst>
      <p:ext uri="{BB962C8B-B14F-4D97-AF65-F5344CB8AC3E}">
        <p14:creationId xmlns:p14="http://schemas.microsoft.com/office/powerpoint/2010/main" val="31979540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P1-P1-S-20-01</a:t>
            </a:r>
          </a:p>
        </p:txBody>
      </p:sp>
      <p:sp>
        <p:nvSpPr>
          <p:cNvPr id="5" name="Date Placeholder 4"/>
          <p:cNvSpPr>
            <a:spLocks noGrp="1"/>
          </p:cNvSpPr>
          <p:nvPr>
            <p:ph type="dt" idx="11"/>
          </p:nvPr>
        </p:nvSpPr>
        <p:spPr/>
        <p:txBody>
          <a:bodyPr/>
          <a:lstStyle/>
          <a:p>
            <a:fld id="{09A9DB4D-DA56-4B2F-B2F4-9EBBA2A76FFA}" type="datetime1">
              <a:rPr lang="en-US" smtClean="0"/>
              <a:t>6/28/2022</a:t>
            </a:fld>
            <a:endParaRPr lang="en-US"/>
          </a:p>
        </p:txBody>
      </p:sp>
      <p:sp>
        <p:nvSpPr>
          <p:cNvPr id="6" name="Footer Placeholder 5"/>
          <p:cNvSpPr>
            <a:spLocks noGrp="1"/>
          </p:cNvSpPr>
          <p:nvPr>
            <p:ph type="ftr" sz="quarter" idx="12"/>
          </p:nvPr>
        </p:nvSpPr>
        <p:spPr/>
        <p:txBody>
          <a:bodyPr/>
          <a:lstStyle/>
          <a:p>
            <a:r>
              <a:rPr lang="en-US"/>
              <a:t>Project Title</a:t>
            </a:r>
          </a:p>
        </p:txBody>
      </p:sp>
      <p:sp>
        <p:nvSpPr>
          <p:cNvPr id="7" name="Slide Number Placeholder 6"/>
          <p:cNvSpPr>
            <a:spLocks noGrp="1"/>
          </p:cNvSpPr>
          <p:nvPr>
            <p:ph type="sldNum" sz="quarter" idx="13"/>
          </p:nvPr>
        </p:nvSpPr>
        <p:spPr/>
        <p:txBody>
          <a:bodyPr/>
          <a:lstStyle/>
          <a:p>
            <a:fld id="{786FEFBD-D254-4142-B3DF-3182BB9EBA19}" type="slidenum">
              <a:rPr lang="en-US" smtClean="0"/>
              <a:t>9</a:t>
            </a:fld>
            <a:endParaRPr lang="en-US"/>
          </a:p>
        </p:txBody>
      </p:sp>
    </p:spTree>
    <p:extLst>
      <p:ext uri="{BB962C8B-B14F-4D97-AF65-F5344CB8AC3E}">
        <p14:creationId xmlns:p14="http://schemas.microsoft.com/office/powerpoint/2010/main" val="34090634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P1-P1-S-20-01</a:t>
            </a:r>
          </a:p>
        </p:txBody>
      </p:sp>
      <p:sp>
        <p:nvSpPr>
          <p:cNvPr id="5" name="Date Placeholder 4"/>
          <p:cNvSpPr>
            <a:spLocks noGrp="1"/>
          </p:cNvSpPr>
          <p:nvPr>
            <p:ph type="dt" idx="11"/>
          </p:nvPr>
        </p:nvSpPr>
        <p:spPr/>
        <p:txBody>
          <a:bodyPr/>
          <a:lstStyle/>
          <a:p>
            <a:fld id="{09A9DB4D-DA56-4B2F-B2F4-9EBBA2A76FFA}" type="datetime1">
              <a:rPr lang="en-US" smtClean="0"/>
              <a:t>6/28/2022</a:t>
            </a:fld>
            <a:endParaRPr lang="en-US"/>
          </a:p>
        </p:txBody>
      </p:sp>
      <p:sp>
        <p:nvSpPr>
          <p:cNvPr id="6" name="Footer Placeholder 5"/>
          <p:cNvSpPr>
            <a:spLocks noGrp="1"/>
          </p:cNvSpPr>
          <p:nvPr>
            <p:ph type="ftr" sz="quarter" idx="12"/>
          </p:nvPr>
        </p:nvSpPr>
        <p:spPr/>
        <p:txBody>
          <a:bodyPr/>
          <a:lstStyle/>
          <a:p>
            <a:r>
              <a:rPr lang="en-US"/>
              <a:t>Project Title</a:t>
            </a:r>
          </a:p>
        </p:txBody>
      </p:sp>
      <p:sp>
        <p:nvSpPr>
          <p:cNvPr id="7" name="Slide Number Placeholder 6"/>
          <p:cNvSpPr>
            <a:spLocks noGrp="1"/>
          </p:cNvSpPr>
          <p:nvPr>
            <p:ph type="sldNum" sz="quarter" idx="13"/>
          </p:nvPr>
        </p:nvSpPr>
        <p:spPr/>
        <p:txBody>
          <a:bodyPr/>
          <a:lstStyle/>
          <a:p>
            <a:fld id="{786FEFBD-D254-4142-B3DF-3182BB9EBA19}" type="slidenum">
              <a:rPr lang="en-US" smtClean="0"/>
              <a:t>10</a:t>
            </a:fld>
            <a:endParaRPr lang="en-US"/>
          </a:p>
        </p:txBody>
      </p:sp>
    </p:spTree>
    <p:extLst>
      <p:ext uri="{BB962C8B-B14F-4D97-AF65-F5344CB8AC3E}">
        <p14:creationId xmlns:p14="http://schemas.microsoft.com/office/powerpoint/2010/main" val="18636196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P1-P1-S-20-01</a:t>
            </a:r>
          </a:p>
        </p:txBody>
      </p:sp>
      <p:sp>
        <p:nvSpPr>
          <p:cNvPr id="5" name="Date Placeholder 4"/>
          <p:cNvSpPr>
            <a:spLocks noGrp="1"/>
          </p:cNvSpPr>
          <p:nvPr>
            <p:ph type="dt" idx="11"/>
          </p:nvPr>
        </p:nvSpPr>
        <p:spPr/>
        <p:txBody>
          <a:bodyPr/>
          <a:lstStyle/>
          <a:p>
            <a:fld id="{09A9DB4D-DA56-4B2F-B2F4-9EBBA2A76FFA}" type="datetime1">
              <a:rPr lang="en-US" smtClean="0"/>
              <a:t>6/28/2022</a:t>
            </a:fld>
            <a:endParaRPr lang="en-US"/>
          </a:p>
        </p:txBody>
      </p:sp>
      <p:sp>
        <p:nvSpPr>
          <p:cNvPr id="6" name="Footer Placeholder 5"/>
          <p:cNvSpPr>
            <a:spLocks noGrp="1"/>
          </p:cNvSpPr>
          <p:nvPr>
            <p:ph type="ftr" sz="quarter" idx="12"/>
          </p:nvPr>
        </p:nvSpPr>
        <p:spPr/>
        <p:txBody>
          <a:bodyPr/>
          <a:lstStyle/>
          <a:p>
            <a:r>
              <a:rPr lang="en-US"/>
              <a:t>Project Title</a:t>
            </a:r>
          </a:p>
        </p:txBody>
      </p:sp>
      <p:sp>
        <p:nvSpPr>
          <p:cNvPr id="7" name="Slide Number Placeholder 6"/>
          <p:cNvSpPr>
            <a:spLocks noGrp="1"/>
          </p:cNvSpPr>
          <p:nvPr>
            <p:ph type="sldNum" sz="quarter" idx="13"/>
          </p:nvPr>
        </p:nvSpPr>
        <p:spPr/>
        <p:txBody>
          <a:bodyPr/>
          <a:lstStyle/>
          <a:p>
            <a:fld id="{786FEFBD-D254-4142-B3DF-3182BB9EBA19}" type="slidenum">
              <a:rPr lang="en-US" smtClean="0"/>
              <a:t>11</a:t>
            </a:fld>
            <a:endParaRPr lang="en-US"/>
          </a:p>
        </p:txBody>
      </p:sp>
    </p:spTree>
    <p:extLst>
      <p:ext uri="{BB962C8B-B14F-4D97-AF65-F5344CB8AC3E}">
        <p14:creationId xmlns:p14="http://schemas.microsoft.com/office/powerpoint/2010/main" val="33394486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P1-P1-S-20-01</a:t>
            </a:r>
          </a:p>
        </p:txBody>
      </p:sp>
      <p:sp>
        <p:nvSpPr>
          <p:cNvPr id="5" name="Date Placeholder 4"/>
          <p:cNvSpPr>
            <a:spLocks noGrp="1"/>
          </p:cNvSpPr>
          <p:nvPr>
            <p:ph type="dt" idx="11"/>
          </p:nvPr>
        </p:nvSpPr>
        <p:spPr/>
        <p:txBody>
          <a:bodyPr/>
          <a:lstStyle/>
          <a:p>
            <a:fld id="{09A9DB4D-DA56-4B2F-B2F4-9EBBA2A76FFA}" type="datetime1">
              <a:rPr lang="en-US" smtClean="0"/>
              <a:t>6/28/2022</a:t>
            </a:fld>
            <a:endParaRPr lang="en-US"/>
          </a:p>
        </p:txBody>
      </p:sp>
      <p:sp>
        <p:nvSpPr>
          <p:cNvPr id="6" name="Footer Placeholder 5"/>
          <p:cNvSpPr>
            <a:spLocks noGrp="1"/>
          </p:cNvSpPr>
          <p:nvPr>
            <p:ph type="ftr" sz="quarter" idx="12"/>
          </p:nvPr>
        </p:nvSpPr>
        <p:spPr/>
        <p:txBody>
          <a:bodyPr/>
          <a:lstStyle/>
          <a:p>
            <a:r>
              <a:rPr lang="en-US"/>
              <a:t>Project Title</a:t>
            </a:r>
          </a:p>
        </p:txBody>
      </p:sp>
      <p:sp>
        <p:nvSpPr>
          <p:cNvPr id="7" name="Slide Number Placeholder 6"/>
          <p:cNvSpPr>
            <a:spLocks noGrp="1"/>
          </p:cNvSpPr>
          <p:nvPr>
            <p:ph type="sldNum" sz="quarter" idx="13"/>
          </p:nvPr>
        </p:nvSpPr>
        <p:spPr/>
        <p:txBody>
          <a:bodyPr/>
          <a:lstStyle/>
          <a:p>
            <a:fld id="{786FEFBD-D254-4142-B3DF-3182BB9EBA19}" type="slidenum">
              <a:rPr lang="en-US" smtClean="0"/>
              <a:t>12</a:t>
            </a:fld>
            <a:endParaRPr lang="en-US"/>
          </a:p>
        </p:txBody>
      </p:sp>
    </p:spTree>
    <p:extLst>
      <p:ext uri="{BB962C8B-B14F-4D97-AF65-F5344CB8AC3E}">
        <p14:creationId xmlns:p14="http://schemas.microsoft.com/office/powerpoint/2010/main" val="17245555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P1-P1-S-20-01</a:t>
            </a:r>
          </a:p>
        </p:txBody>
      </p:sp>
      <p:sp>
        <p:nvSpPr>
          <p:cNvPr id="5" name="Date Placeholder 4"/>
          <p:cNvSpPr>
            <a:spLocks noGrp="1"/>
          </p:cNvSpPr>
          <p:nvPr>
            <p:ph type="dt" idx="11"/>
          </p:nvPr>
        </p:nvSpPr>
        <p:spPr/>
        <p:txBody>
          <a:bodyPr/>
          <a:lstStyle/>
          <a:p>
            <a:fld id="{09A9DB4D-DA56-4B2F-B2F4-9EBBA2A76FFA}" type="datetime1">
              <a:rPr lang="en-US" smtClean="0"/>
              <a:t>6/28/2022</a:t>
            </a:fld>
            <a:endParaRPr lang="en-US"/>
          </a:p>
        </p:txBody>
      </p:sp>
      <p:sp>
        <p:nvSpPr>
          <p:cNvPr id="6" name="Footer Placeholder 5"/>
          <p:cNvSpPr>
            <a:spLocks noGrp="1"/>
          </p:cNvSpPr>
          <p:nvPr>
            <p:ph type="ftr" sz="quarter" idx="12"/>
          </p:nvPr>
        </p:nvSpPr>
        <p:spPr/>
        <p:txBody>
          <a:bodyPr/>
          <a:lstStyle/>
          <a:p>
            <a:r>
              <a:rPr lang="en-US"/>
              <a:t>Project Title</a:t>
            </a:r>
          </a:p>
        </p:txBody>
      </p:sp>
      <p:sp>
        <p:nvSpPr>
          <p:cNvPr id="7" name="Slide Number Placeholder 6"/>
          <p:cNvSpPr>
            <a:spLocks noGrp="1"/>
          </p:cNvSpPr>
          <p:nvPr>
            <p:ph type="sldNum" sz="quarter" idx="13"/>
          </p:nvPr>
        </p:nvSpPr>
        <p:spPr/>
        <p:txBody>
          <a:bodyPr/>
          <a:lstStyle/>
          <a:p>
            <a:fld id="{786FEFBD-D254-4142-B3DF-3182BB9EBA19}" type="slidenum">
              <a:rPr lang="en-US" smtClean="0"/>
              <a:t>13</a:t>
            </a:fld>
            <a:endParaRPr lang="en-US"/>
          </a:p>
        </p:txBody>
      </p:sp>
    </p:spTree>
    <p:extLst>
      <p:ext uri="{BB962C8B-B14F-4D97-AF65-F5344CB8AC3E}">
        <p14:creationId xmlns:p14="http://schemas.microsoft.com/office/powerpoint/2010/main" val="7794773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P1-P1-S-20-01</a:t>
            </a:r>
          </a:p>
        </p:txBody>
      </p:sp>
      <p:sp>
        <p:nvSpPr>
          <p:cNvPr id="5" name="Date Placeholder 4"/>
          <p:cNvSpPr>
            <a:spLocks noGrp="1"/>
          </p:cNvSpPr>
          <p:nvPr>
            <p:ph type="dt" idx="11"/>
          </p:nvPr>
        </p:nvSpPr>
        <p:spPr/>
        <p:txBody>
          <a:bodyPr/>
          <a:lstStyle/>
          <a:p>
            <a:fld id="{09A9DB4D-DA56-4B2F-B2F4-9EBBA2A76FFA}" type="datetime1">
              <a:rPr lang="en-US" smtClean="0"/>
              <a:t>6/28/2022</a:t>
            </a:fld>
            <a:endParaRPr lang="en-US"/>
          </a:p>
        </p:txBody>
      </p:sp>
      <p:sp>
        <p:nvSpPr>
          <p:cNvPr id="6" name="Footer Placeholder 5"/>
          <p:cNvSpPr>
            <a:spLocks noGrp="1"/>
          </p:cNvSpPr>
          <p:nvPr>
            <p:ph type="ftr" sz="quarter" idx="12"/>
          </p:nvPr>
        </p:nvSpPr>
        <p:spPr/>
        <p:txBody>
          <a:bodyPr/>
          <a:lstStyle/>
          <a:p>
            <a:r>
              <a:rPr lang="en-US"/>
              <a:t>Project Title</a:t>
            </a:r>
          </a:p>
        </p:txBody>
      </p:sp>
      <p:sp>
        <p:nvSpPr>
          <p:cNvPr id="7" name="Slide Number Placeholder 6"/>
          <p:cNvSpPr>
            <a:spLocks noGrp="1"/>
          </p:cNvSpPr>
          <p:nvPr>
            <p:ph type="sldNum" sz="quarter" idx="13"/>
          </p:nvPr>
        </p:nvSpPr>
        <p:spPr/>
        <p:txBody>
          <a:bodyPr/>
          <a:lstStyle/>
          <a:p>
            <a:fld id="{786FEFBD-D254-4142-B3DF-3182BB9EBA19}" type="slidenum">
              <a:rPr lang="en-US" smtClean="0"/>
              <a:t>14</a:t>
            </a:fld>
            <a:endParaRPr lang="en-US"/>
          </a:p>
        </p:txBody>
      </p:sp>
    </p:spTree>
    <p:extLst>
      <p:ext uri="{BB962C8B-B14F-4D97-AF65-F5344CB8AC3E}">
        <p14:creationId xmlns:p14="http://schemas.microsoft.com/office/powerpoint/2010/main" val="17326122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P1-P1-S-20-01</a:t>
            </a:r>
          </a:p>
        </p:txBody>
      </p:sp>
      <p:sp>
        <p:nvSpPr>
          <p:cNvPr id="5" name="Date Placeholder 4"/>
          <p:cNvSpPr>
            <a:spLocks noGrp="1"/>
          </p:cNvSpPr>
          <p:nvPr>
            <p:ph type="dt" idx="11"/>
          </p:nvPr>
        </p:nvSpPr>
        <p:spPr/>
        <p:txBody>
          <a:bodyPr/>
          <a:lstStyle/>
          <a:p>
            <a:fld id="{09A9DB4D-DA56-4B2F-B2F4-9EBBA2A76FFA}" type="datetime1">
              <a:rPr lang="en-US" smtClean="0"/>
              <a:t>6/28/2022</a:t>
            </a:fld>
            <a:endParaRPr lang="en-US"/>
          </a:p>
        </p:txBody>
      </p:sp>
      <p:sp>
        <p:nvSpPr>
          <p:cNvPr id="6" name="Footer Placeholder 5"/>
          <p:cNvSpPr>
            <a:spLocks noGrp="1"/>
          </p:cNvSpPr>
          <p:nvPr>
            <p:ph type="ftr" sz="quarter" idx="12"/>
          </p:nvPr>
        </p:nvSpPr>
        <p:spPr/>
        <p:txBody>
          <a:bodyPr/>
          <a:lstStyle/>
          <a:p>
            <a:r>
              <a:rPr lang="en-US"/>
              <a:t>Project Title</a:t>
            </a:r>
          </a:p>
        </p:txBody>
      </p:sp>
      <p:sp>
        <p:nvSpPr>
          <p:cNvPr id="7" name="Slide Number Placeholder 6"/>
          <p:cNvSpPr>
            <a:spLocks noGrp="1"/>
          </p:cNvSpPr>
          <p:nvPr>
            <p:ph type="sldNum" sz="quarter" idx="13"/>
          </p:nvPr>
        </p:nvSpPr>
        <p:spPr/>
        <p:txBody>
          <a:bodyPr/>
          <a:lstStyle/>
          <a:p>
            <a:fld id="{786FEFBD-D254-4142-B3DF-3182BB9EBA19}" type="slidenum">
              <a:rPr lang="en-US" smtClean="0"/>
              <a:t>15</a:t>
            </a:fld>
            <a:endParaRPr lang="en-US"/>
          </a:p>
        </p:txBody>
      </p:sp>
    </p:spTree>
    <p:extLst>
      <p:ext uri="{BB962C8B-B14F-4D97-AF65-F5344CB8AC3E}">
        <p14:creationId xmlns:p14="http://schemas.microsoft.com/office/powerpoint/2010/main" val="37121260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P1-P1-S-20-01</a:t>
            </a:r>
          </a:p>
        </p:txBody>
      </p:sp>
      <p:sp>
        <p:nvSpPr>
          <p:cNvPr id="5" name="Date Placeholder 4"/>
          <p:cNvSpPr>
            <a:spLocks noGrp="1"/>
          </p:cNvSpPr>
          <p:nvPr>
            <p:ph type="dt" idx="11"/>
          </p:nvPr>
        </p:nvSpPr>
        <p:spPr/>
        <p:txBody>
          <a:bodyPr/>
          <a:lstStyle/>
          <a:p>
            <a:fld id="{09A9DB4D-DA56-4B2F-B2F4-9EBBA2A76FFA}" type="datetime1">
              <a:rPr lang="en-US" smtClean="0"/>
              <a:t>6/28/2022</a:t>
            </a:fld>
            <a:endParaRPr lang="en-US"/>
          </a:p>
        </p:txBody>
      </p:sp>
      <p:sp>
        <p:nvSpPr>
          <p:cNvPr id="6" name="Footer Placeholder 5"/>
          <p:cNvSpPr>
            <a:spLocks noGrp="1"/>
          </p:cNvSpPr>
          <p:nvPr>
            <p:ph type="ftr" sz="quarter" idx="12"/>
          </p:nvPr>
        </p:nvSpPr>
        <p:spPr/>
        <p:txBody>
          <a:bodyPr/>
          <a:lstStyle/>
          <a:p>
            <a:r>
              <a:rPr lang="en-US"/>
              <a:t>Project Title</a:t>
            </a:r>
          </a:p>
        </p:txBody>
      </p:sp>
      <p:sp>
        <p:nvSpPr>
          <p:cNvPr id="7" name="Slide Number Placeholder 6"/>
          <p:cNvSpPr>
            <a:spLocks noGrp="1"/>
          </p:cNvSpPr>
          <p:nvPr>
            <p:ph type="sldNum" sz="quarter" idx="13"/>
          </p:nvPr>
        </p:nvSpPr>
        <p:spPr/>
        <p:txBody>
          <a:bodyPr/>
          <a:lstStyle/>
          <a:p>
            <a:fld id="{786FEFBD-D254-4142-B3DF-3182BB9EBA19}" type="slidenum">
              <a:rPr lang="en-US" smtClean="0"/>
              <a:t>16</a:t>
            </a:fld>
            <a:endParaRPr lang="en-US"/>
          </a:p>
        </p:txBody>
      </p:sp>
    </p:spTree>
    <p:extLst>
      <p:ext uri="{BB962C8B-B14F-4D97-AF65-F5344CB8AC3E}">
        <p14:creationId xmlns:p14="http://schemas.microsoft.com/office/powerpoint/2010/main" val="22426289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37DF904-A76C-4547-AD6B-2EC0D34E110C}" type="datetime1">
              <a:rPr lang="en-US" smtClean="0"/>
              <a:t>6/28/2022</a:t>
            </a:fld>
            <a:endParaRPr lang="en-US"/>
          </a:p>
        </p:txBody>
      </p:sp>
      <p:sp>
        <p:nvSpPr>
          <p:cNvPr id="5" name="Footer Placeholder 4"/>
          <p:cNvSpPr>
            <a:spLocks noGrp="1"/>
          </p:cNvSpPr>
          <p:nvPr>
            <p:ph type="ftr" sz="quarter" idx="11"/>
          </p:nvPr>
        </p:nvSpPr>
        <p:spPr/>
        <p:txBody>
          <a:bodyPr/>
          <a:lstStyle/>
          <a:p>
            <a:r>
              <a:rPr lang="en-US"/>
              <a:t>Your Project Code(P1-P1-S-20-01) Project Title</a:t>
            </a:r>
          </a:p>
        </p:txBody>
      </p:sp>
      <p:sp>
        <p:nvSpPr>
          <p:cNvPr id="6" name="Slide Number Placeholder 5"/>
          <p:cNvSpPr>
            <a:spLocks noGrp="1"/>
          </p:cNvSpPr>
          <p:nvPr>
            <p:ph type="sldNum" sz="quarter" idx="12"/>
          </p:nvPr>
        </p:nvSpPr>
        <p:spPr/>
        <p:txBody>
          <a:bodyPr/>
          <a:lstStyle/>
          <a:p>
            <a:fld id="{FCB64944-C185-42A3-B9E2-0C66306C0823}" type="slidenum">
              <a:rPr lang="en-US" smtClean="0"/>
              <a:t>‹#›</a:t>
            </a:fld>
            <a:endParaRPr lang="en-US"/>
          </a:p>
        </p:txBody>
      </p:sp>
    </p:spTree>
    <p:extLst>
      <p:ext uri="{BB962C8B-B14F-4D97-AF65-F5344CB8AC3E}">
        <p14:creationId xmlns:p14="http://schemas.microsoft.com/office/powerpoint/2010/main" val="32285931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30D4D4-4AB5-4530-88B4-CEEB0D6B6974}" type="datetime1">
              <a:rPr lang="en-US" smtClean="0"/>
              <a:t>6/28/2022</a:t>
            </a:fld>
            <a:endParaRPr lang="en-US"/>
          </a:p>
        </p:txBody>
      </p:sp>
      <p:sp>
        <p:nvSpPr>
          <p:cNvPr id="5" name="Footer Placeholder 4"/>
          <p:cNvSpPr>
            <a:spLocks noGrp="1"/>
          </p:cNvSpPr>
          <p:nvPr>
            <p:ph type="ftr" sz="quarter" idx="11"/>
          </p:nvPr>
        </p:nvSpPr>
        <p:spPr/>
        <p:txBody>
          <a:bodyPr/>
          <a:lstStyle/>
          <a:p>
            <a:r>
              <a:rPr lang="en-US"/>
              <a:t>Your Project Code(P1-P1-S-20-01) Project Title</a:t>
            </a:r>
          </a:p>
        </p:txBody>
      </p:sp>
      <p:sp>
        <p:nvSpPr>
          <p:cNvPr id="6" name="Slide Number Placeholder 5"/>
          <p:cNvSpPr>
            <a:spLocks noGrp="1"/>
          </p:cNvSpPr>
          <p:nvPr>
            <p:ph type="sldNum" sz="quarter" idx="12"/>
          </p:nvPr>
        </p:nvSpPr>
        <p:spPr/>
        <p:txBody>
          <a:bodyPr/>
          <a:lstStyle/>
          <a:p>
            <a:fld id="{FCB64944-C185-42A3-B9E2-0C66306C0823}" type="slidenum">
              <a:rPr lang="en-US" smtClean="0"/>
              <a:t>‹#›</a:t>
            </a:fld>
            <a:endParaRPr lang="en-US"/>
          </a:p>
        </p:txBody>
      </p:sp>
    </p:spTree>
    <p:extLst>
      <p:ext uri="{BB962C8B-B14F-4D97-AF65-F5344CB8AC3E}">
        <p14:creationId xmlns:p14="http://schemas.microsoft.com/office/powerpoint/2010/main" val="13164934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C9C4556-2C53-400A-B52E-CFE8A5B7D4C2}" type="datetime1">
              <a:rPr lang="en-US" smtClean="0"/>
              <a:t>6/28/2022</a:t>
            </a:fld>
            <a:endParaRPr lang="en-US"/>
          </a:p>
        </p:txBody>
      </p:sp>
      <p:sp>
        <p:nvSpPr>
          <p:cNvPr id="5" name="Footer Placeholder 4"/>
          <p:cNvSpPr>
            <a:spLocks noGrp="1"/>
          </p:cNvSpPr>
          <p:nvPr>
            <p:ph type="ftr" sz="quarter" idx="11"/>
          </p:nvPr>
        </p:nvSpPr>
        <p:spPr/>
        <p:txBody>
          <a:bodyPr/>
          <a:lstStyle/>
          <a:p>
            <a:r>
              <a:rPr lang="en-US"/>
              <a:t>Your Project Code(P1-P1-S-20-01) Project Title</a:t>
            </a:r>
          </a:p>
        </p:txBody>
      </p:sp>
      <p:sp>
        <p:nvSpPr>
          <p:cNvPr id="6" name="Slide Number Placeholder 5"/>
          <p:cNvSpPr>
            <a:spLocks noGrp="1"/>
          </p:cNvSpPr>
          <p:nvPr>
            <p:ph type="sldNum" sz="quarter" idx="12"/>
          </p:nvPr>
        </p:nvSpPr>
        <p:spPr/>
        <p:txBody>
          <a:bodyPr/>
          <a:lstStyle/>
          <a:p>
            <a:fld id="{FCB64944-C185-42A3-B9E2-0C66306C0823}" type="slidenum">
              <a:rPr lang="en-US" smtClean="0"/>
              <a:t>‹#›</a:t>
            </a:fld>
            <a:endParaRPr lang="en-US"/>
          </a:p>
        </p:txBody>
      </p:sp>
    </p:spTree>
    <p:extLst>
      <p:ext uri="{BB962C8B-B14F-4D97-AF65-F5344CB8AC3E}">
        <p14:creationId xmlns:p14="http://schemas.microsoft.com/office/powerpoint/2010/main" val="10337421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9CBBA09-33CF-402E-BB8A-941BE1CEAAFB}" type="datetime1">
              <a:rPr lang="en-US" smtClean="0"/>
              <a:t>6/28/2022</a:t>
            </a:fld>
            <a:endParaRPr lang="en-US"/>
          </a:p>
        </p:txBody>
      </p:sp>
      <p:sp>
        <p:nvSpPr>
          <p:cNvPr id="6" name="Footer Placeholder 5"/>
          <p:cNvSpPr>
            <a:spLocks noGrp="1"/>
          </p:cNvSpPr>
          <p:nvPr>
            <p:ph type="ftr" sz="quarter" idx="11"/>
          </p:nvPr>
        </p:nvSpPr>
        <p:spPr/>
        <p:txBody>
          <a:bodyPr/>
          <a:lstStyle/>
          <a:p>
            <a:r>
              <a:rPr lang="en-US"/>
              <a:t>Your Project Code(P1-P1-S-20-01) Project Title</a:t>
            </a:r>
          </a:p>
        </p:txBody>
      </p:sp>
      <p:sp>
        <p:nvSpPr>
          <p:cNvPr id="7" name="Slide Number Placeholder 6"/>
          <p:cNvSpPr>
            <a:spLocks noGrp="1"/>
          </p:cNvSpPr>
          <p:nvPr>
            <p:ph type="sldNum" sz="quarter" idx="12"/>
          </p:nvPr>
        </p:nvSpPr>
        <p:spPr/>
        <p:txBody>
          <a:bodyPr/>
          <a:lstStyle/>
          <a:p>
            <a:fld id="{FCB64944-C185-42A3-B9E2-0C66306C0823}" type="slidenum">
              <a:rPr lang="en-US" smtClean="0"/>
              <a:t>‹#›</a:t>
            </a:fld>
            <a:endParaRPr lang="en-US"/>
          </a:p>
        </p:txBody>
      </p:sp>
    </p:spTree>
    <p:extLst>
      <p:ext uri="{BB962C8B-B14F-4D97-AF65-F5344CB8AC3E}">
        <p14:creationId xmlns:p14="http://schemas.microsoft.com/office/powerpoint/2010/main" val="20328291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E431203-6E24-49C4-A73D-322126FB9AA3}" type="datetime1">
              <a:rPr lang="en-US" smtClean="0"/>
              <a:t>6/28/2022</a:t>
            </a:fld>
            <a:endParaRPr lang="en-US"/>
          </a:p>
        </p:txBody>
      </p:sp>
      <p:sp>
        <p:nvSpPr>
          <p:cNvPr id="8" name="Footer Placeholder 7"/>
          <p:cNvSpPr>
            <a:spLocks noGrp="1"/>
          </p:cNvSpPr>
          <p:nvPr>
            <p:ph type="ftr" sz="quarter" idx="11"/>
          </p:nvPr>
        </p:nvSpPr>
        <p:spPr/>
        <p:txBody>
          <a:bodyPr/>
          <a:lstStyle/>
          <a:p>
            <a:r>
              <a:rPr lang="en-US"/>
              <a:t>Your Project Code(P1-P1-S-20-01) Project Title</a:t>
            </a:r>
          </a:p>
        </p:txBody>
      </p:sp>
      <p:sp>
        <p:nvSpPr>
          <p:cNvPr id="9" name="Slide Number Placeholder 8"/>
          <p:cNvSpPr>
            <a:spLocks noGrp="1"/>
          </p:cNvSpPr>
          <p:nvPr>
            <p:ph type="sldNum" sz="quarter" idx="12"/>
          </p:nvPr>
        </p:nvSpPr>
        <p:spPr/>
        <p:txBody>
          <a:bodyPr/>
          <a:lstStyle/>
          <a:p>
            <a:fld id="{FCB64944-C185-42A3-B9E2-0C66306C0823}" type="slidenum">
              <a:rPr lang="en-US" smtClean="0"/>
              <a:t>‹#›</a:t>
            </a:fld>
            <a:endParaRPr lang="en-US"/>
          </a:p>
        </p:txBody>
      </p:sp>
    </p:spTree>
    <p:extLst>
      <p:ext uri="{BB962C8B-B14F-4D97-AF65-F5344CB8AC3E}">
        <p14:creationId xmlns:p14="http://schemas.microsoft.com/office/powerpoint/2010/main" val="24040286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7697CB8-69DB-415F-B70B-584E1D4B5382}" type="datetime1">
              <a:rPr lang="en-US" smtClean="0"/>
              <a:t>6/28/2022</a:t>
            </a:fld>
            <a:endParaRPr lang="en-US"/>
          </a:p>
        </p:txBody>
      </p:sp>
      <p:sp>
        <p:nvSpPr>
          <p:cNvPr id="4" name="Footer Placeholder 3"/>
          <p:cNvSpPr>
            <a:spLocks noGrp="1"/>
          </p:cNvSpPr>
          <p:nvPr>
            <p:ph type="ftr" sz="quarter" idx="11"/>
          </p:nvPr>
        </p:nvSpPr>
        <p:spPr/>
        <p:txBody>
          <a:bodyPr/>
          <a:lstStyle/>
          <a:p>
            <a:r>
              <a:rPr lang="en-US"/>
              <a:t>Your Project Code(P1-P1-S-20-01) Project Title</a:t>
            </a:r>
          </a:p>
        </p:txBody>
      </p:sp>
      <p:sp>
        <p:nvSpPr>
          <p:cNvPr id="5" name="Slide Number Placeholder 4"/>
          <p:cNvSpPr>
            <a:spLocks noGrp="1"/>
          </p:cNvSpPr>
          <p:nvPr>
            <p:ph type="sldNum" sz="quarter" idx="12"/>
          </p:nvPr>
        </p:nvSpPr>
        <p:spPr/>
        <p:txBody>
          <a:bodyPr/>
          <a:lstStyle/>
          <a:p>
            <a:fld id="{FCB64944-C185-42A3-B9E2-0C66306C0823}" type="slidenum">
              <a:rPr lang="en-US" smtClean="0"/>
              <a:t>‹#›</a:t>
            </a:fld>
            <a:endParaRPr lang="en-US"/>
          </a:p>
        </p:txBody>
      </p:sp>
    </p:spTree>
    <p:extLst>
      <p:ext uri="{BB962C8B-B14F-4D97-AF65-F5344CB8AC3E}">
        <p14:creationId xmlns:p14="http://schemas.microsoft.com/office/powerpoint/2010/main" val="2113752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3CC84DA-0940-4731-8877-87A550E45FEE}" type="datetime1">
              <a:rPr lang="en-US" smtClean="0"/>
              <a:t>6/28/2022</a:t>
            </a:fld>
            <a:endParaRPr lang="en-US"/>
          </a:p>
        </p:txBody>
      </p:sp>
      <p:sp>
        <p:nvSpPr>
          <p:cNvPr id="3" name="Footer Placeholder 2"/>
          <p:cNvSpPr>
            <a:spLocks noGrp="1"/>
          </p:cNvSpPr>
          <p:nvPr>
            <p:ph type="ftr" sz="quarter" idx="11"/>
          </p:nvPr>
        </p:nvSpPr>
        <p:spPr/>
        <p:txBody>
          <a:bodyPr/>
          <a:lstStyle/>
          <a:p>
            <a:r>
              <a:rPr lang="en-US"/>
              <a:t>Your Project Code(P1-P1-S-20-01) Project Title</a:t>
            </a:r>
          </a:p>
        </p:txBody>
      </p:sp>
      <p:sp>
        <p:nvSpPr>
          <p:cNvPr id="4" name="Slide Number Placeholder 3"/>
          <p:cNvSpPr>
            <a:spLocks noGrp="1"/>
          </p:cNvSpPr>
          <p:nvPr>
            <p:ph type="sldNum" sz="quarter" idx="12"/>
          </p:nvPr>
        </p:nvSpPr>
        <p:spPr/>
        <p:txBody>
          <a:bodyPr/>
          <a:lstStyle/>
          <a:p>
            <a:fld id="{FCB64944-C185-42A3-B9E2-0C66306C0823}" type="slidenum">
              <a:rPr lang="en-US" smtClean="0"/>
              <a:t>‹#›</a:t>
            </a:fld>
            <a:endParaRPr lang="en-US"/>
          </a:p>
        </p:txBody>
      </p:sp>
    </p:spTree>
    <p:extLst>
      <p:ext uri="{BB962C8B-B14F-4D97-AF65-F5344CB8AC3E}">
        <p14:creationId xmlns:p14="http://schemas.microsoft.com/office/powerpoint/2010/main" val="969389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2316400-5575-480E-B7EF-9E88528ECCC8}" type="datetime1">
              <a:rPr lang="en-US" smtClean="0"/>
              <a:t>6/28/2022</a:t>
            </a:fld>
            <a:endParaRPr lang="en-US"/>
          </a:p>
        </p:txBody>
      </p:sp>
      <p:sp>
        <p:nvSpPr>
          <p:cNvPr id="6" name="Footer Placeholder 5"/>
          <p:cNvSpPr>
            <a:spLocks noGrp="1"/>
          </p:cNvSpPr>
          <p:nvPr>
            <p:ph type="ftr" sz="quarter" idx="11"/>
          </p:nvPr>
        </p:nvSpPr>
        <p:spPr/>
        <p:txBody>
          <a:bodyPr/>
          <a:lstStyle/>
          <a:p>
            <a:r>
              <a:rPr lang="en-US"/>
              <a:t>Your Project Code(P1-P1-S-20-01) Project Title</a:t>
            </a:r>
          </a:p>
        </p:txBody>
      </p:sp>
      <p:sp>
        <p:nvSpPr>
          <p:cNvPr id="7" name="Slide Number Placeholder 6"/>
          <p:cNvSpPr>
            <a:spLocks noGrp="1"/>
          </p:cNvSpPr>
          <p:nvPr>
            <p:ph type="sldNum" sz="quarter" idx="12"/>
          </p:nvPr>
        </p:nvSpPr>
        <p:spPr/>
        <p:txBody>
          <a:bodyPr/>
          <a:lstStyle/>
          <a:p>
            <a:fld id="{FCB64944-C185-42A3-B9E2-0C66306C0823}" type="slidenum">
              <a:rPr lang="en-US" smtClean="0"/>
              <a:t>‹#›</a:t>
            </a:fld>
            <a:endParaRPr lang="en-US"/>
          </a:p>
        </p:txBody>
      </p:sp>
    </p:spTree>
    <p:extLst>
      <p:ext uri="{BB962C8B-B14F-4D97-AF65-F5344CB8AC3E}">
        <p14:creationId xmlns:p14="http://schemas.microsoft.com/office/powerpoint/2010/main" val="4460925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C264A7A-48D0-4476-83B1-1F1233CA3DDC}" type="datetime1">
              <a:rPr lang="en-US" smtClean="0"/>
              <a:t>6/28/2022</a:t>
            </a:fld>
            <a:endParaRPr lang="en-US"/>
          </a:p>
        </p:txBody>
      </p:sp>
      <p:sp>
        <p:nvSpPr>
          <p:cNvPr id="6" name="Footer Placeholder 5"/>
          <p:cNvSpPr>
            <a:spLocks noGrp="1"/>
          </p:cNvSpPr>
          <p:nvPr>
            <p:ph type="ftr" sz="quarter" idx="11"/>
          </p:nvPr>
        </p:nvSpPr>
        <p:spPr/>
        <p:txBody>
          <a:bodyPr/>
          <a:lstStyle/>
          <a:p>
            <a:r>
              <a:rPr lang="en-US"/>
              <a:t>Your Project Code(P1-P1-S-20-01) Project Title</a:t>
            </a:r>
          </a:p>
        </p:txBody>
      </p:sp>
      <p:sp>
        <p:nvSpPr>
          <p:cNvPr id="7" name="Slide Number Placeholder 6"/>
          <p:cNvSpPr>
            <a:spLocks noGrp="1"/>
          </p:cNvSpPr>
          <p:nvPr>
            <p:ph type="sldNum" sz="quarter" idx="12"/>
          </p:nvPr>
        </p:nvSpPr>
        <p:spPr/>
        <p:txBody>
          <a:bodyPr/>
          <a:lstStyle/>
          <a:p>
            <a:fld id="{FCB64944-C185-42A3-B9E2-0C66306C0823}" type="slidenum">
              <a:rPr lang="en-US" smtClean="0"/>
              <a:t>‹#›</a:t>
            </a:fld>
            <a:endParaRPr lang="en-US"/>
          </a:p>
        </p:txBody>
      </p:sp>
    </p:spTree>
    <p:extLst>
      <p:ext uri="{BB962C8B-B14F-4D97-AF65-F5344CB8AC3E}">
        <p14:creationId xmlns:p14="http://schemas.microsoft.com/office/powerpoint/2010/main" val="28733947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C17D0B3-335B-4B8A-8743-E10436674414}" type="datetime1">
              <a:rPr lang="en-US" smtClean="0"/>
              <a:t>6/28/2022</a:t>
            </a:fld>
            <a:endParaRPr lang="en-US"/>
          </a:p>
        </p:txBody>
      </p:sp>
      <p:sp>
        <p:nvSpPr>
          <p:cNvPr id="5" name="Footer Placeholder 4"/>
          <p:cNvSpPr>
            <a:spLocks noGrp="1"/>
          </p:cNvSpPr>
          <p:nvPr>
            <p:ph type="ftr" sz="quarter" idx="11"/>
          </p:nvPr>
        </p:nvSpPr>
        <p:spPr/>
        <p:txBody>
          <a:bodyPr/>
          <a:lstStyle/>
          <a:p>
            <a:r>
              <a:rPr lang="en-US"/>
              <a:t>Your Project Code(P1-P1-S-20-01) Project Title</a:t>
            </a:r>
          </a:p>
        </p:txBody>
      </p:sp>
      <p:sp>
        <p:nvSpPr>
          <p:cNvPr id="6" name="Slide Number Placeholder 5"/>
          <p:cNvSpPr>
            <a:spLocks noGrp="1"/>
          </p:cNvSpPr>
          <p:nvPr>
            <p:ph type="sldNum" sz="quarter" idx="12"/>
          </p:nvPr>
        </p:nvSpPr>
        <p:spPr/>
        <p:txBody>
          <a:bodyPr/>
          <a:lstStyle/>
          <a:p>
            <a:fld id="{FCB64944-C185-42A3-B9E2-0C66306C0823}" type="slidenum">
              <a:rPr lang="en-US" smtClean="0"/>
              <a:t>‹#›</a:t>
            </a:fld>
            <a:endParaRPr lang="en-US"/>
          </a:p>
        </p:txBody>
      </p:sp>
    </p:spTree>
    <p:extLst>
      <p:ext uri="{BB962C8B-B14F-4D97-AF65-F5344CB8AC3E}">
        <p14:creationId xmlns:p14="http://schemas.microsoft.com/office/powerpoint/2010/main" val="13297825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6C584F2-939B-4AA9-B34B-CEA038FA78A9}" type="datetime1">
              <a:rPr lang="en-US" smtClean="0"/>
              <a:t>6/28/2022</a:t>
            </a:fld>
            <a:endParaRPr lang="en-US"/>
          </a:p>
        </p:txBody>
      </p:sp>
      <p:sp>
        <p:nvSpPr>
          <p:cNvPr id="5" name="Footer Placeholder 4"/>
          <p:cNvSpPr>
            <a:spLocks noGrp="1"/>
          </p:cNvSpPr>
          <p:nvPr>
            <p:ph type="ftr" sz="quarter" idx="11"/>
          </p:nvPr>
        </p:nvSpPr>
        <p:spPr/>
        <p:txBody>
          <a:bodyPr/>
          <a:lstStyle/>
          <a:p>
            <a:r>
              <a:rPr lang="en-US"/>
              <a:t>Your Project Code(P1-P1-S-20-01) Project Title</a:t>
            </a:r>
          </a:p>
        </p:txBody>
      </p:sp>
      <p:sp>
        <p:nvSpPr>
          <p:cNvPr id="6" name="Slide Number Placeholder 5"/>
          <p:cNvSpPr>
            <a:spLocks noGrp="1"/>
          </p:cNvSpPr>
          <p:nvPr>
            <p:ph type="sldNum" sz="quarter" idx="12"/>
          </p:nvPr>
        </p:nvSpPr>
        <p:spPr/>
        <p:txBody>
          <a:bodyPr/>
          <a:lstStyle/>
          <a:p>
            <a:fld id="{FCB64944-C185-42A3-B9E2-0C66306C0823}" type="slidenum">
              <a:rPr lang="en-US" smtClean="0"/>
              <a:t>‹#›</a:t>
            </a:fld>
            <a:endParaRPr lang="en-US"/>
          </a:p>
        </p:txBody>
      </p:sp>
    </p:spTree>
    <p:extLst>
      <p:ext uri="{BB962C8B-B14F-4D97-AF65-F5344CB8AC3E}">
        <p14:creationId xmlns:p14="http://schemas.microsoft.com/office/powerpoint/2010/main" val="19075717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3026B10-3FB8-4C7E-957B-87D304575392}" type="datetime1">
              <a:rPr lang="en-US" smtClean="0"/>
              <a:t>6/28/2022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Your Project Code(P1-P1-S-20-01) Project Title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B64944-C185-42A3-B9E2-0C66306C0823}" type="slidenum">
              <a:rPr lang="en-US" smtClean="0"/>
              <a:t>‹#›</a:t>
            </a:fld>
            <a:endParaRPr lang="en-US"/>
          </a:p>
        </p:txBody>
      </p:sp>
    </p:spTree>
    <p:extLst>
      <p:ext uri="{BB962C8B-B14F-4D97-AF65-F5344CB8AC3E}">
        <p14:creationId xmlns:p14="http://schemas.microsoft.com/office/powerpoint/2010/main" val="38173471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9.jpg"/><Relationship Id="rId4" Type="http://schemas.openxmlformats.org/officeDocument/2006/relationships/image" Target="../media/image8.jp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2.jpg"/><Relationship Id="rId4" Type="http://schemas.openxmlformats.org/officeDocument/2006/relationships/image" Target="../media/image11.jpe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4.jpg"/><Relationship Id="rId4" Type="http://schemas.openxmlformats.org/officeDocument/2006/relationships/image" Target="../media/image13.jp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5.jp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2200" b="1" u="sng" dirty="0"/>
              <a:t>Group members</a:t>
            </a:r>
            <a:br>
              <a:rPr lang="en-US" sz="2200" b="1" u="sng" dirty="0"/>
            </a:br>
            <a:br>
              <a:rPr lang="en-US" sz="2200" b="1" u="sng" dirty="0">
                <a:solidFill>
                  <a:schemeClr val="accent1"/>
                </a:solidFill>
              </a:rPr>
            </a:br>
            <a:r>
              <a:rPr lang="en-US" sz="2200" b="1" dirty="0">
                <a:latin typeface="Calibri Light" panose="020F0302020204030204" pitchFamily="34" charset="0"/>
                <a:ea typeface="Times New Roman" panose="02020603050405020304" pitchFamily="18" charset="0"/>
                <a:cs typeface="Times New Roman" panose="02020603050405020304" pitchFamily="18" charset="0"/>
              </a:rPr>
              <a:t>Muhammad Hamza Mahmood_18F0421</a:t>
            </a:r>
            <a:br>
              <a:rPr lang="en-US" sz="2200" b="1" dirty="0">
                <a:latin typeface="Calibri Light" panose="020F0302020204030204" pitchFamily="34" charset="0"/>
                <a:ea typeface="Times New Roman" panose="02020603050405020304" pitchFamily="18" charset="0"/>
                <a:cs typeface="Times New Roman" panose="02020603050405020304" pitchFamily="18" charset="0"/>
              </a:rPr>
            </a:br>
            <a:r>
              <a:rPr lang="en-US" sz="2200" b="1" dirty="0">
                <a:latin typeface="Calibri Light" panose="020F0302020204030204" pitchFamily="34" charset="0"/>
                <a:ea typeface="Times New Roman" panose="02020603050405020304" pitchFamily="18" charset="0"/>
                <a:cs typeface="Times New Roman" panose="02020603050405020304" pitchFamily="18" charset="0"/>
              </a:rPr>
              <a:t> Muhammad Abubakar_18F-0151</a:t>
            </a:r>
            <a:br>
              <a:rPr lang="en-US" sz="2200" b="1" dirty="0">
                <a:latin typeface="Calibri Light" panose="020F0302020204030204" pitchFamily="34" charset="0"/>
                <a:ea typeface="Times New Roman" panose="02020603050405020304" pitchFamily="18" charset="0"/>
                <a:cs typeface="Times New Roman" panose="02020603050405020304" pitchFamily="18" charset="0"/>
              </a:rPr>
            </a:br>
            <a:r>
              <a:rPr lang="en-US" sz="2200" b="1" dirty="0">
                <a:latin typeface="Calibri Light" panose="020F0302020204030204" pitchFamily="34" charset="0"/>
                <a:ea typeface="Times New Roman" panose="02020603050405020304" pitchFamily="18" charset="0"/>
                <a:cs typeface="Times New Roman" panose="02020603050405020304" pitchFamily="18" charset="0"/>
              </a:rPr>
              <a:t> Zurriat Naveed_18F-0221</a:t>
            </a:r>
            <a:br>
              <a:rPr lang="en-US" sz="2200" b="1" dirty="0">
                <a:solidFill>
                  <a:schemeClr val="accent1"/>
                </a:solidFill>
                <a:latin typeface="Calibri Light" panose="020F0302020204030204" pitchFamily="34" charset="0"/>
                <a:ea typeface="Times New Roman" panose="02020603050405020304" pitchFamily="18" charset="0"/>
                <a:cs typeface="Times New Roman" panose="02020603050405020304" pitchFamily="18" charset="0"/>
              </a:rPr>
            </a:br>
            <a:r>
              <a:rPr lang="en-US" sz="2200" b="1" u="sng" dirty="0">
                <a:solidFill>
                  <a:schemeClr val="accent1"/>
                </a:solidFill>
              </a:rPr>
              <a:t> </a:t>
            </a:r>
            <a:br>
              <a:rPr lang="en-US" sz="2200" b="1" u="sng" dirty="0">
                <a:solidFill>
                  <a:schemeClr val="accent1"/>
                </a:solidFill>
              </a:rPr>
            </a:br>
            <a:endParaRPr lang="en-US" sz="2200" dirty="0"/>
          </a:p>
        </p:txBody>
      </p:sp>
      <p:sp>
        <p:nvSpPr>
          <p:cNvPr id="3" name="Subtitle 2"/>
          <p:cNvSpPr>
            <a:spLocks noGrp="1"/>
          </p:cNvSpPr>
          <p:nvPr>
            <p:ph type="subTitle" idx="1"/>
          </p:nvPr>
        </p:nvSpPr>
        <p:spPr/>
        <p:txBody>
          <a:bodyPr>
            <a:normAutofit/>
          </a:bodyPr>
          <a:lstStyle/>
          <a:p>
            <a:r>
              <a:rPr lang="en-US" dirty="0"/>
              <a:t>Supervisor: Ms. Anmol Bilal</a:t>
            </a:r>
          </a:p>
          <a:p>
            <a:r>
              <a:rPr lang="en-US" sz="2800" dirty="0"/>
              <a:t>Co-Supervisor(s): </a:t>
            </a:r>
            <a:r>
              <a:rPr lang="en-US" dirty="0"/>
              <a:t>Dr. Uzair Iqbal</a:t>
            </a:r>
          </a:p>
          <a:p>
            <a:r>
              <a:rPr lang="en-US" b="1" dirty="0"/>
              <a:t> </a:t>
            </a:r>
          </a:p>
          <a:p>
            <a:endParaRPr lang="en-US" dirty="0"/>
          </a:p>
        </p:txBody>
      </p:sp>
      <p:pic>
        <p:nvPicPr>
          <p:cNvPr id="5" name="Content Placeholder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40685" y="64682"/>
            <a:ext cx="1385664" cy="1385664"/>
          </a:xfrm>
          <a:prstGeom prst="rect">
            <a:avLst/>
          </a:prstGeom>
        </p:spPr>
      </p:pic>
      <p:sp>
        <p:nvSpPr>
          <p:cNvPr id="7" name="Rounded Rectangle 7">
            <a:extLst>
              <a:ext uri="{FF2B5EF4-FFF2-40B4-BE49-F238E27FC236}">
                <a16:creationId xmlns:a16="http://schemas.microsoft.com/office/drawing/2014/main" id="{3DA81C86-C62C-4DF7-0CA9-062AD4510527}"/>
              </a:ext>
            </a:extLst>
          </p:cNvPr>
          <p:cNvSpPr/>
          <p:nvPr/>
        </p:nvSpPr>
        <p:spPr>
          <a:xfrm>
            <a:off x="126609" y="112542"/>
            <a:ext cx="11915336" cy="6608933"/>
          </a:xfrm>
          <a:prstGeom prst="roundRect">
            <a:avLst/>
          </a:prstGeom>
          <a:noFill/>
          <a:ln cmpd="thinThick">
            <a:solidFill>
              <a:schemeClr val="accent1">
                <a:shade val="50000"/>
                <a:alpha val="7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9389045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093570" y="331971"/>
            <a:ext cx="1385664" cy="1385664"/>
          </a:xfrm>
        </p:spPr>
      </p:pic>
      <p:sp>
        <p:nvSpPr>
          <p:cNvPr id="4" name="Footer Placeholder 3"/>
          <p:cNvSpPr>
            <a:spLocks noGrp="1"/>
          </p:cNvSpPr>
          <p:nvPr>
            <p:ph type="ftr" sz="quarter" idx="11"/>
          </p:nvPr>
        </p:nvSpPr>
        <p:spPr>
          <a:xfrm>
            <a:off x="4038600" y="6356350"/>
            <a:ext cx="4753708" cy="365125"/>
          </a:xfrm>
        </p:spPr>
        <p:txBody>
          <a:bodyPr/>
          <a:lstStyle/>
          <a:p>
            <a:r>
              <a:rPr lang="en-US" b="1" dirty="0">
                <a:solidFill>
                  <a:schemeClr val="tx1">
                    <a:lumMod val="95000"/>
                    <a:lumOff val="5000"/>
                  </a:schemeClr>
                </a:solidFill>
              </a:rPr>
              <a:t>Your Project Code(P1-P1-S-20-01) </a:t>
            </a:r>
            <a:r>
              <a:rPr lang="en-US" b="1" dirty="0">
                <a:solidFill>
                  <a:schemeClr val="tx1"/>
                </a:solidFill>
              </a:rPr>
              <a:t>Cat selling system based on Image Processing</a:t>
            </a:r>
            <a:endParaRPr lang="en-US" sz="1400" b="1" dirty="0">
              <a:solidFill>
                <a:schemeClr val="tx1"/>
              </a:solidFill>
            </a:endParaRPr>
          </a:p>
          <a:p>
            <a:endParaRPr lang="en-US" b="1"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fld id="{FCB64944-C185-42A3-B9E2-0C66306C0823}" type="slidenum">
              <a:rPr lang="en-US" smtClean="0"/>
              <a:t>2</a:t>
            </a:fld>
            <a:endParaRPr lang="en-US"/>
          </a:p>
        </p:txBody>
      </p:sp>
      <p:sp>
        <p:nvSpPr>
          <p:cNvPr id="6" name="Rectangle 5"/>
          <p:cNvSpPr/>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26609" y="112542"/>
            <a:ext cx="11915336" cy="6608933"/>
          </a:xfrm>
          <a:prstGeom prst="roundRect">
            <a:avLst/>
          </a:prstGeom>
          <a:noFill/>
          <a:ln cmpd="thinThick">
            <a:solidFill>
              <a:schemeClr val="accent1">
                <a:shade val="50000"/>
                <a:alpha val="7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332CA735-A859-4A07-AB76-9EA2E0DE0FD6}"/>
              </a:ext>
            </a:extLst>
          </p:cNvPr>
          <p:cNvSpPr txBox="1"/>
          <p:nvPr/>
        </p:nvSpPr>
        <p:spPr>
          <a:xfrm>
            <a:off x="2325860" y="1717635"/>
            <a:ext cx="6846276" cy="677108"/>
          </a:xfrm>
          <a:prstGeom prst="rect">
            <a:avLst/>
          </a:prstGeom>
          <a:noFill/>
        </p:spPr>
        <p:txBody>
          <a:bodyPr wrap="square">
            <a:spAutoFit/>
          </a:bodyPr>
          <a:lstStyle/>
          <a:p>
            <a:pPr marL="0" indent="0" algn="ctr">
              <a:buNone/>
            </a:pPr>
            <a:r>
              <a:rPr lang="en-US" sz="2000" b="1" u="sng" dirty="0">
                <a:solidFill>
                  <a:schemeClr val="accent1"/>
                </a:solidFill>
              </a:rPr>
              <a:t>Project Name/Title:</a:t>
            </a:r>
          </a:p>
          <a:p>
            <a:pPr marL="0" indent="0" algn="ctr">
              <a:buNone/>
            </a:pPr>
            <a:r>
              <a:rPr lang="en-US" b="1" dirty="0"/>
              <a:t>Cat selling system based on Image Processing</a:t>
            </a:r>
            <a:endParaRPr lang="en-US" sz="2000" b="1" dirty="0"/>
          </a:p>
        </p:txBody>
      </p:sp>
      <p:sp>
        <p:nvSpPr>
          <p:cNvPr id="13" name="TextBox 12">
            <a:extLst>
              <a:ext uri="{FF2B5EF4-FFF2-40B4-BE49-F238E27FC236}">
                <a16:creationId xmlns:a16="http://schemas.microsoft.com/office/drawing/2014/main" id="{7F75C9D3-1315-4A76-AC00-1644BD3B196C}"/>
              </a:ext>
            </a:extLst>
          </p:cNvPr>
          <p:cNvSpPr txBox="1"/>
          <p:nvPr/>
        </p:nvSpPr>
        <p:spPr>
          <a:xfrm>
            <a:off x="2799471" y="2588115"/>
            <a:ext cx="6105378" cy="646331"/>
          </a:xfrm>
          <a:prstGeom prst="rect">
            <a:avLst/>
          </a:prstGeom>
          <a:noFill/>
        </p:spPr>
        <p:txBody>
          <a:bodyPr wrap="square">
            <a:spAutoFit/>
          </a:bodyPr>
          <a:lstStyle/>
          <a:p>
            <a:pPr marL="0" indent="0" algn="ctr">
              <a:buNone/>
            </a:pPr>
            <a:r>
              <a:rPr lang="en-US" sz="1800" b="1" u="sng" dirty="0">
                <a:solidFill>
                  <a:schemeClr val="accent1"/>
                </a:solidFill>
              </a:rPr>
              <a:t>Team/Company Name:</a:t>
            </a:r>
          </a:p>
          <a:p>
            <a:pPr marL="0" indent="0" algn="ctr">
              <a:buNone/>
            </a:pPr>
            <a:r>
              <a:rPr lang="en-US" sz="1800" dirty="0" err="1">
                <a:latin typeface="Aharoni" panose="02010803020104030203" pitchFamily="2" charset="-79"/>
                <a:cs typeface="Aharoni" panose="02010803020104030203" pitchFamily="2" charset="-79"/>
              </a:rPr>
              <a:t>Code</a:t>
            </a:r>
            <a:r>
              <a:rPr lang="en-US" sz="1800" dirty="0" err="1">
                <a:solidFill>
                  <a:srgbClr val="FF0000"/>
                </a:solidFill>
                <a:latin typeface="Aharoni" panose="02010803020104030203" pitchFamily="2" charset="-79"/>
                <a:cs typeface="Aharoni" panose="02010803020104030203" pitchFamily="2" charset="-79"/>
              </a:rPr>
              <a:t>X</a:t>
            </a:r>
            <a:endParaRPr lang="en-US" dirty="0"/>
          </a:p>
        </p:txBody>
      </p:sp>
      <p:pic>
        <p:nvPicPr>
          <p:cNvPr id="14" name="Picture 13" descr="Application&#10;&#10;Description automatically generated with low confidence">
            <a:extLst>
              <a:ext uri="{FF2B5EF4-FFF2-40B4-BE49-F238E27FC236}">
                <a16:creationId xmlns:a16="http://schemas.microsoft.com/office/drawing/2014/main" id="{C6E324B3-7DFE-4B44-8511-65BD256DB89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92156" y="3533388"/>
            <a:ext cx="1520007" cy="1444572"/>
          </a:xfrm>
          <a:prstGeom prst="rect">
            <a:avLst/>
          </a:prstGeom>
        </p:spPr>
      </p:pic>
    </p:spTree>
    <p:extLst>
      <p:ext uri="{BB962C8B-B14F-4D97-AF65-F5344CB8AC3E}">
        <p14:creationId xmlns:p14="http://schemas.microsoft.com/office/powerpoint/2010/main" val="5313471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8952914" cy="1325563"/>
          </a:xfrm>
        </p:spPr>
        <p:txBody>
          <a:bodyPr/>
          <a:lstStyle/>
          <a:p>
            <a:r>
              <a:rPr lang="en-US" b="0" i="0" u="none" strike="noStrike" baseline="0" dirty="0">
                <a:solidFill>
                  <a:srgbClr val="000000"/>
                </a:solidFill>
                <a:latin typeface="Times New Roman" panose="02020603050405020304" pitchFamily="18" charset="0"/>
              </a:rPr>
              <a:t> Outline (FYP Report v 1.0)</a:t>
            </a:r>
            <a:endParaRPr lang="en-US" dirty="0"/>
          </a:p>
        </p:txBody>
      </p:sp>
      <p:pic>
        <p:nvPicPr>
          <p:cNvPr id="10" name="Content Placeholder 9"/>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093570" y="331971"/>
            <a:ext cx="1385664" cy="1385664"/>
          </a:xfrm>
        </p:spPr>
      </p:pic>
      <p:sp>
        <p:nvSpPr>
          <p:cNvPr id="4" name="Footer Placeholder 3"/>
          <p:cNvSpPr>
            <a:spLocks noGrp="1"/>
          </p:cNvSpPr>
          <p:nvPr>
            <p:ph type="ftr" sz="quarter" idx="11"/>
          </p:nvPr>
        </p:nvSpPr>
        <p:spPr/>
        <p:txBody>
          <a:bodyPr/>
          <a:lstStyle/>
          <a:p>
            <a:r>
              <a:rPr lang="en-US" b="1" dirty="0">
                <a:solidFill>
                  <a:schemeClr val="tx1">
                    <a:lumMod val="95000"/>
                    <a:lumOff val="5000"/>
                  </a:schemeClr>
                </a:solidFill>
              </a:rPr>
              <a:t>Your Project Code(P1-P1-S-20-01) </a:t>
            </a:r>
            <a:r>
              <a:rPr lang="en-US" b="1" dirty="0">
                <a:solidFill>
                  <a:schemeClr val="tx1"/>
                </a:solidFill>
              </a:rPr>
              <a:t>Cat selling system based on Image Processing</a:t>
            </a:r>
            <a:endParaRPr lang="en-US" sz="1400" b="1" dirty="0">
              <a:solidFill>
                <a:schemeClr val="tx1"/>
              </a:solidFill>
            </a:endParaRPr>
          </a:p>
          <a:p>
            <a:endParaRPr lang="en-US" b="1"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fld id="{FCB64944-C185-42A3-B9E2-0C66306C0823}" type="slidenum">
              <a:rPr lang="en-US" smtClean="0"/>
              <a:t>3</a:t>
            </a:fld>
            <a:endParaRPr lang="en-US"/>
          </a:p>
        </p:txBody>
      </p:sp>
      <p:sp>
        <p:nvSpPr>
          <p:cNvPr id="6" name="Rectangle 5"/>
          <p:cNvSpPr/>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26609" y="112542"/>
            <a:ext cx="11915336" cy="6608933"/>
          </a:xfrm>
          <a:prstGeom prst="roundRect">
            <a:avLst/>
          </a:prstGeom>
          <a:noFill/>
          <a:ln cmpd="thinThick">
            <a:solidFill>
              <a:schemeClr val="accent1">
                <a:shade val="50000"/>
                <a:alpha val="7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126609" y="1717635"/>
            <a:ext cx="10667994" cy="2585323"/>
          </a:xfrm>
          <a:prstGeom prst="rect">
            <a:avLst/>
          </a:prstGeom>
        </p:spPr>
        <p:txBody>
          <a:bodyPr wrap="square">
            <a:spAutoFit/>
          </a:bodyPr>
          <a:lstStyle/>
          <a:p>
            <a:pPr lvl="1"/>
            <a:r>
              <a:rPr lang="en-US" b="0" i="0" u="none" strike="noStrike" baseline="0" dirty="0">
                <a:solidFill>
                  <a:srgbClr val="000000"/>
                </a:solidFill>
                <a:latin typeface="Times New Roman" panose="02020603050405020304" pitchFamily="18" charset="0"/>
              </a:rPr>
              <a:t>	</a:t>
            </a:r>
          </a:p>
          <a:p>
            <a:pPr marL="742950" lvl="1" indent="-285750">
              <a:buFont typeface="Arial" panose="020B0604020202020204" pitchFamily="34" charset="0"/>
              <a:buChar char="•"/>
            </a:pPr>
            <a:r>
              <a:rPr lang="en-US" b="0" i="0" u="none" strike="noStrike" baseline="0" dirty="0">
                <a:solidFill>
                  <a:srgbClr val="000000"/>
                </a:solidFill>
                <a:latin typeface="Times New Roman" panose="02020603050405020304" pitchFamily="18" charset="0"/>
              </a:rPr>
              <a:t>Introduction	</a:t>
            </a:r>
            <a:r>
              <a:rPr lang="en-US" sz="1200" b="0" i="0" u="none" strike="noStrike" baseline="0" dirty="0">
                <a:solidFill>
                  <a:srgbClr val="000000"/>
                </a:solidFill>
                <a:latin typeface="Times New Roman" panose="02020603050405020304" pitchFamily="18" charset="0"/>
              </a:rPr>
              <a:t>	</a:t>
            </a:r>
          </a:p>
          <a:p>
            <a:pPr marL="742950" lvl="1" indent="-285750">
              <a:buFont typeface="Arial" panose="020B0604020202020204" pitchFamily="34" charset="0"/>
              <a:buChar char="•"/>
            </a:pPr>
            <a:r>
              <a:rPr lang="en-US" b="0" i="0" u="none" strike="noStrike" baseline="0" dirty="0">
                <a:solidFill>
                  <a:srgbClr val="000000"/>
                </a:solidFill>
                <a:latin typeface="Times New Roman" panose="02020603050405020304" pitchFamily="18" charset="0"/>
              </a:rPr>
              <a:t>Use Case Diagram 		</a:t>
            </a:r>
          </a:p>
          <a:p>
            <a:pPr marL="742950" lvl="1" indent="-285750">
              <a:buFont typeface="Arial" panose="020B0604020202020204" pitchFamily="34" charset="0"/>
              <a:buChar char="•"/>
            </a:pPr>
            <a:r>
              <a:rPr lang="en-US" dirty="0">
                <a:solidFill>
                  <a:srgbClr val="000000"/>
                </a:solidFill>
                <a:latin typeface="Times New Roman" panose="02020603050405020304" pitchFamily="18" charset="0"/>
              </a:rPr>
              <a:t>Activity Diagram</a:t>
            </a:r>
          </a:p>
          <a:p>
            <a:pPr marL="742950" lvl="1" indent="-285750">
              <a:buFont typeface="Arial" panose="020B0604020202020204" pitchFamily="34" charset="0"/>
              <a:buChar char="•"/>
            </a:pPr>
            <a:r>
              <a:rPr lang="en-US" b="0" i="0" u="none" strike="noStrike" baseline="0" dirty="0">
                <a:solidFill>
                  <a:srgbClr val="000000"/>
                </a:solidFill>
                <a:latin typeface="Times New Roman" panose="02020603050405020304" pitchFamily="18" charset="0"/>
              </a:rPr>
              <a:t>Sequence Diagram	</a:t>
            </a:r>
            <a:r>
              <a:rPr lang="en-US" sz="1400" b="0" i="0" u="none" strike="noStrike" baseline="0" dirty="0">
                <a:solidFill>
                  <a:srgbClr val="000000"/>
                </a:solidFill>
                <a:latin typeface="Wingdings" panose="05000000000000000000" pitchFamily="2" charset="2"/>
              </a:rPr>
              <a:t>	</a:t>
            </a:r>
          </a:p>
          <a:p>
            <a:pPr marL="742950" lvl="1" indent="-285750">
              <a:buFont typeface="Arial" panose="020B0604020202020204" pitchFamily="34" charset="0"/>
              <a:buChar char="•"/>
            </a:pPr>
            <a:r>
              <a:rPr lang="en-US" b="0" i="0" u="none" strike="noStrike" baseline="0" dirty="0">
                <a:solidFill>
                  <a:srgbClr val="000000"/>
                </a:solidFill>
                <a:latin typeface="Times New Roman" panose="02020603050405020304" pitchFamily="18" charset="0"/>
              </a:rPr>
              <a:t>Domain Model 	</a:t>
            </a:r>
            <a:r>
              <a:rPr lang="en-US" sz="1400" b="0" i="0" u="none" strike="noStrike" baseline="0" dirty="0">
                <a:solidFill>
                  <a:srgbClr val="000000"/>
                </a:solidFill>
                <a:latin typeface="Wingdings" panose="05000000000000000000" pitchFamily="2" charset="2"/>
              </a:rPr>
              <a:t>	</a:t>
            </a:r>
            <a:r>
              <a:rPr lang="en-US" b="0" i="0" u="none" strike="noStrike" baseline="0" dirty="0">
                <a:solidFill>
                  <a:srgbClr val="000000"/>
                </a:solidFill>
                <a:latin typeface="Times New Roman" panose="02020603050405020304" pitchFamily="18" charset="0"/>
              </a:rPr>
              <a:t>	</a:t>
            </a:r>
          </a:p>
          <a:p>
            <a:pPr marL="742950" lvl="1" indent="-285750">
              <a:buFont typeface="Arial" panose="020B0604020202020204" pitchFamily="34" charset="0"/>
              <a:buChar char="•"/>
            </a:pPr>
            <a:r>
              <a:rPr lang="en-US" b="0" i="0" u="none" strike="noStrike" baseline="0" dirty="0">
                <a:solidFill>
                  <a:srgbClr val="000000"/>
                </a:solidFill>
                <a:latin typeface="Times New Roman" panose="02020603050405020304" pitchFamily="18" charset="0"/>
              </a:rPr>
              <a:t>Class Diagram</a:t>
            </a:r>
          </a:p>
          <a:p>
            <a:pPr marL="742950" lvl="1" indent="-285750">
              <a:buFont typeface="Arial" panose="020B0604020202020204" pitchFamily="34" charset="0"/>
              <a:buChar char="•"/>
            </a:pPr>
            <a:r>
              <a:rPr lang="en-US" b="0" i="0" u="none" strike="noStrike" baseline="0" dirty="0">
                <a:solidFill>
                  <a:srgbClr val="000000"/>
                </a:solidFill>
                <a:latin typeface="Times New Roman" panose="02020603050405020304" pitchFamily="18" charset="0"/>
              </a:rPr>
              <a:t>High Level/Architecture/Block</a:t>
            </a:r>
            <a:r>
              <a:rPr lang="en-US" b="0" i="0" u="none" strike="noStrike" dirty="0">
                <a:solidFill>
                  <a:srgbClr val="000000"/>
                </a:solidFill>
                <a:latin typeface="Times New Roman" panose="02020603050405020304" pitchFamily="18" charset="0"/>
              </a:rPr>
              <a:t> Diagram</a:t>
            </a:r>
            <a:r>
              <a:rPr lang="en-US" b="0" i="0" u="none" strike="noStrike" baseline="0" dirty="0">
                <a:solidFill>
                  <a:srgbClr val="000000"/>
                </a:solidFill>
                <a:latin typeface="Times New Roman" panose="02020603050405020304" pitchFamily="18" charset="0"/>
              </a:rPr>
              <a:t>	</a:t>
            </a:r>
          </a:p>
          <a:p>
            <a:pPr lvl="1"/>
            <a:r>
              <a:rPr lang="en-US" b="0" i="0" u="none" strike="noStrike" baseline="0" dirty="0">
                <a:solidFill>
                  <a:srgbClr val="000000"/>
                </a:solidFill>
                <a:latin typeface="Times New Roman" panose="02020603050405020304" pitchFamily="18" charset="0"/>
              </a:rPr>
              <a:t>	</a:t>
            </a:r>
          </a:p>
        </p:txBody>
      </p:sp>
    </p:spTree>
    <p:extLst>
      <p:ext uri="{BB962C8B-B14F-4D97-AF65-F5344CB8AC3E}">
        <p14:creationId xmlns:p14="http://schemas.microsoft.com/office/powerpoint/2010/main" val="20913031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8952914" cy="1091844"/>
          </a:xfrm>
        </p:spPr>
        <p:txBody>
          <a:bodyPr/>
          <a:lstStyle/>
          <a:p>
            <a:r>
              <a:rPr lang="en-US" b="0" i="0" u="none" strike="noStrike" baseline="0" dirty="0">
                <a:solidFill>
                  <a:srgbClr val="000000"/>
                </a:solidFill>
                <a:latin typeface="Times New Roman" panose="02020603050405020304" pitchFamily="18" charset="0"/>
              </a:rPr>
              <a:t>Project Introduction</a:t>
            </a:r>
            <a:endParaRPr lang="en-US" dirty="0"/>
          </a:p>
        </p:txBody>
      </p:sp>
      <p:pic>
        <p:nvPicPr>
          <p:cNvPr id="10" name="Content Placeholder 9"/>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093570" y="331971"/>
            <a:ext cx="1385664" cy="1385664"/>
          </a:xfrm>
        </p:spPr>
      </p:pic>
      <p:sp>
        <p:nvSpPr>
          <p:cNvPr id="4" name="Footer Placeholder 3"/>
          <p:cNvSpPr>
            <a:spLocks noGrp="1"/>
          </p:cNvSpPr>
          <p:nvPr>
            <p:ph type="ftr" sz="quarter" idx="11"/>
          </p:nvPr>
        </p:nvSpPr>
        <p:spPr/>
        <p:txBody>
          <a:bodyPr/>
          <a:lstStyle/>
          <a:p>
            <a:pPr marL="0" indent="0" algn="ctr">
              <a:buNone/>
            </a:pPr>
            <a:r>
              <a:rPr lang="en-US" b="1" dirty="0">
                <a:solidFill>
                  <a:schemeClr val="tx1">
                    <a:lumMod val="95000"/>
                    <a:lumOff val="5000"/>
                  </a:schemeClr>
                </a:solidFill>
              </a:rPr>
              <a:t>Your Project Code(P1-P1-S-20-01</a:t>
            </a:r>
            <a:r>
              <a:rPr lang="en-US" b="1" dirty="0">
                <a:solidFill>
                  <a:schemeClr val="tx1"/>
                </a:solidFill>
              </a:rPr>
              <a:t>) Cat selling system based on Image Processing</a:t>
            </a:r>
            <a:endParaRPr lang="en-US" sz="1400" b="1" dirty="0">
              <a:solidFill>
                <a:schemeClr val="tx1"/>
              </a:solidFill>
            </a:endParaRPr>
          </a:p>
        </p:txBody>
      </p:sp>
      <p:sp>
        <p:nvSpPr>
          <p:cNvPr id="5" name="Slide Number Placeholder 4"/>
          <p:cNvSpPr>
            <a:spLocks noGrp="1"/>
          </p:cNvSpPr>
          <p:nvPr>
            <p:ph type="sldNum" sz="quarter" idx="12"/>
          </p:nvPr>
        </p:nvSpPr>
        <p:spPr/>
        <p:txBody>
          <a:bodyPr/>
          <a:lstStyle/>
          <a:p>
            <a:fld id="{FCB64944-C185-42A3-B9E2-0C66306C0823}" type="slidenum">
              <a:rPr lang="en-US" smtClean="0"/>
              <a:t>4</a:t>
            </a:fld>
            <a:endParaRPr lang="en-US"/>
          </a:p>
        </p:txBody>
      </p:sp>
      <p:sp>
        <p:nvSpPr>
          <p:cNvPr id="6" name="Rectangle 5"/>
          <p:cNvSpPr/>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26609" y="112542"/>
            <a:ext cx="11915336" cy="6608933"/>
          </a:xfrm>
          <a:prstGeom prst="roundRect">
            <a:avLst/>
          </a:prstGeom>
          <a:noFill/>
          <a:ln cmpd="thinThick">
            <a:solidFill>
              <a:schemeClr val="accent1">
                <a:shade val="50000"/>
                <a:alpha val="7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838200" y="1593494"/>
            <a:ext cx="10667994" cy="646331"/>
          </a:xfrm>
          <a:prstGeom prst="rect">
            <a:avLst/>
          </a:prstGeom>
        </p:spPr>
        <p:txBody>
          <a:bodyPr wrap="square">
            <a:spAutoFit/>
          </a:bodyPr>
          <a:lstStyle/>
          <a:p>
            <a:r>
              <a:rPr lang="en-US" b="0" i="0" u="none" strike="noStrike" baseline="0" dirty="0">
                <a:solidFill>
                  <a:srgbClr val="000000"/>
                </a:solidFill>
                <a:latin typeface="Times New Roman" panose="02020603050405020304" pitchFamily="18" charset="0"/>
              </a:rPr>
              <a:t>	</a:t>
            </a:r>
          </a:p>
          <a:p>
            <a:r>
              <a:rPr lang="en-US" b="0" i="0" u="none" strike="noStrike" baseline="0" dirty="0">
                <a:solidFill>
                  <a:srgbClr val="000000"/>
                </a:solidFill>
                <a:latin typeface="Times New Roman" panose="02020603050405020304" pitchFamily="18" charset="0"/>
              </a:rPr>
              <a:t>	</a:t>
            </a:r>
          </a:p>
        </p:txBody>
      </p:sp>
      <p:sp>
        <p:nvSpPr>
          <p:cNvPr id="7" name="TextBox 6"/>
          <p:cNvSpPr txBox="1"/>
          <p:nvPr/>
        </p:nvSpPr>
        <p:spPr>
          <a:xfrm>
            <a:off x="712766" y="1709554"/>
            <a:ext cx="10641034" cy="3862596"/>
          </a:xfrm>
          <a:prstGeom prst="rect">
            <a:avLst/>
          </a:prstGeom>
          <a:noFill/>
        </p:spPr>
        <p:txBody>
          <a:bodyPr wrap="square" rtlCol="0">
            <a:spAutoFit/>
          </a:bodyPr>
          <a:lstStyle/>
          <a:p>
            <a:pPr marL="285750" indent="-285750">
              <a:buFont typeface="Wingdings" panose="05000000000000000000" pitchFamily="2" charset="2"/>
              <a:buChar char="ü"/>
            </a:pPr>
            <a:r>
              <a:rPr lang="en-US" dirty="0">
                <a:solidFill>
                  <a:schemeClr val="accent1">
                    <a:lumMod val="50000"/>
                  </a:schemeClr>
                </a:solidFill>
              </a:rPr>
              <a:t>Explain in three ,four lines</a:t>
            </a:r>
          </a:p>
          <a:p>
            <a:pPr marL="0" marR="0" algn="just">
              <a:lnSpc>
                <a:spcPct val="150000"/>
              </a:lnSpc>
              <a:spcBef>
                <a:spcPts val="0"/>
              </a:spcBef>
              <a:spcAft>
                <a:spcPts val="600"/>
              </a:spcAft>
            </a:pPr>
            <a:r>
              <a:rPr lang="en-US" sz="1800" b="1" dirty="0" err="1">
                <a:effectLst/>
                <a:latin typeface="Times New Roman" panose="02020603050405020304" pitchFamily="18" charset="0"/>
                <a:ea typeface="SimSun" panose="02010600030101010101" pitchFamily="2" charset="-122"/>
              </a:rPr>
              <a:t>LittlePaws</a:t>
            </a:r>
            <a:r>
              <a:rPr lang="en-US" sz="1800" dirty="0">
                <a:effectLst/>
                <a:latin typeface="Times New Roman" panose="02020603050405020304" pitchFamily="18" charset="0"/>
                <a:ea typeface="SimSun" panose="02010600030101010101" pitchFamily="2" charset="-122"/>
              </a:rPr>
              <a:t>  is  a web-based application  where  users  can  buy or sell their cats. It will contain all the regular features that an e-commerce website has, like Add to cart, ratings, transactions, etc. The unique feature of this website is that the buyer can perform value-based search as well as image-based search. It will be done using image processing techniques. </a:t>
            </a:r>
          </a:p>
          <a:p>
            <a:pPr marL="0" marR="0" algn="just">
              <a:lnSpc>
                <a:spcPct val="150000"/>
              </a:lnSpc>
              <a:spcBef>
                <a:spcPts val="1200"/>
              </a:spcBef>
              <a:spcAft>
                <a:spcPts val="600"/>
              </a:spcAft>
            </a:pPr>
            <a:r>
              <a:rPr lang="en-US" sz="1800" dirty="0">
                <a:effectLst/>
                <a:latin typeface="Times New Roman" panose="02020603050405020304" pitchFamily="18" charset="0"/>
                <a:ea typeface="SimSun" panose="02010600030101010101" pitchFamily="2" charset="-122"/>
              </a:rPr>
              <a:t>For this purpose, the buyer will have to upload the image of the cat, to find the desired cat. The system will process that image and the results will be shown to the </a:t>
            </a:r>
            <a:r>
              <a:rPr lang="en-US" sz="1800" dirty="0" err="1">
                <a:effectLst/>
                <a:latin typeface="Times New Roman" panose="02020603050405020304" pitchFamily="18" charset="0"/>
                <a:ea typeface="SimSun" panose="02010600030101010101" pitchFamily="2" charset="-122"/>
              </a:rPr>
              <a:t>user.It</a:t>
            </a:r>
            <a:r>
              <a:rPr lang="en-US" sz="1800" dirty="0">
                <a:effectLst/>
                <a:latin typeface="Times New Roman" panose="02020603050405020304" pitchFamily="18" charset="0"/>
                <a:ea typeface="SimSun" panose="02010600030101010101" pitchFamily="2" charset="-122"/>
              </a:rPr>
              <a:t> will reduce the human effort and it will save the time of the buyer.</a:t>
            </a:r>
          </a:p>
          <a:p>
            <a:pPr marL="285750" indent="-285750">
              <a:buFont typeface="Wingdings" panose="05000000000000000000" pitchFamily="2" charset="2"/>
              <a:buChar char="ü"/>
            </a:pPr>
            <a:endParaRPr lang="en-US" dirty="0">
              <a:solidFill>
                <a:schemeClr val="accent1">
                  <a:lumMod val="50000"/>
                </a:schemeClr>
              </a:solidFill>
            </a:endParaRPr>
          </a:p>
        </p:txBody>
      </p:sp>
    </p:spTree>
    <p:extLst>
      <p:ext uri="{BB962C8B-B14F-4D97-AF65-F5344CB8AC3E}">
        <p14:creationId xmlns:p14="http://schemas.microsoft.com/office/powerpoint/2010/main" val="39236628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14399"/>
            <a:ext cx="8952914" cy="914089"/>
          </a:xfrm>
        </p:spPr>
        <p:txBody>
          <a:bodyPr>
            <a:normAutofit/>
          </a:bodyPr>
          <a:lstStyle/>
          <a:p>
            <a:r>
              <a:rPr lang="en-US" sz="2800" b="1" dirty="0">
                <a:effectLst/>
                <a:latin typeface="Arial" panose="020B0604020202020204" pitchFamily="34" charset="0"/>
              </a:rPr>
              <a:t>Motivation</a:t>
            </a:r>
            <a:endParaRPr lang="en-US" sz="2800" dirty="0"/>
          </a:p>
        </p:txBody>
      </p:sp>
      <p:pic>
        <p:nvPicPr>
          <p:cNvPr id="10" name="Content Placeholder 9"/>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874329" y="0"/>
            <a:ext cx="1385664" cy="1385664"/>
          </a:xfrm>
        </p:spPr>
      </p:pic>
      <p:sp>
        <p:nvSpPr>
          <p:cNvPr id="4" name="Footer Placeholder 3"/>
          <p:cNvSpPr>
            <a:spLocks noGrp="1"/>
          </p:cNvSpPr>
          <p:nvPr>
            <p:ph type="ftr" sz="quarter" idx="11"/>
          </p:nvPr>
        </p:nvSpPr>
        <p:spPr/>
        <p:txBody>
          <a:bodyPr/>
          <a:lstStyle/>
          <a:p>
            <a:r>
              <a:rPr lang="en-US" b="1" dirty="0">
                <a:solidFill>
                  <a:schemeClr val="tx1">
                    <a:lumMod val="95000"/>
                    <a:lumOff val="5000"/>
                  </a:schemeClr>
                </a:solidFill>
              </a:rPr>
              <a:t>Your Project Code(P1-P1-S-20-01</a:t>
            </a:r>
            <a:r>
              <a:rPr lang="en-US" b="1" dirty="0">
                <a:solidFill>
                  <a:schemeClr val="tx1"/>
                </a:solidFill>
              </a:rPr>
              <a:t>Cat selling system based on Image Processing</a:t>
            </a:r>
            <a:endParaRPr lang="en-US" sz="1400" b="1" dirty="0">
              <a:solidFill>
                <a:schemeClr val="tx1"/>
              </a:solidFill>
            </a:endParaRPr>
          </a:p>
          <a:p>
            <a:endParaRPr lang="en-US" b="1"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fld id="{FCB64944-C185-42A3-B9E2-0C66306C0823}" type="slidenum">
              <a:rPr lang="en-US" smtClean="0"/>
              <a:t>5</a:t>
            </a:fld>
            <a:endParaRPr lang="en-US"/>
          </a:p>
        </p:txBody>
      </p:sp>
      <p:sp>
        <p:nvSpPr>
          <p:cNvPr id="6" name="Rectangle 5"/>
          <p:cNvSpPr/>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26609" y="112542"/>
            <a:ext cx="11915336" cy="6608933"/>
          </a:xfrm>
          <a:prstGeom prst="roundRect">
            <a:avLst/>
          </a:prstGeom>
          <a:noFill/>
          <a:ln cmpd="thinThick">
            <a:solidFill>
              <a:schemeClr val="accent1">
                <a:shade val="50000"/>
                <a:alpha val="7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811240" y="1828489"/>
            <a:ext cx="10667994" cy="2177006"/>
          </a:xfrm>
          <a:prstGeom prst="rect">
            <a:avLst/>
          </a:prstGeom>
        </p:spPr>
        <p:txBody>
          <a:bodyPr wrap="square">
            <a:spAutoFit/>
          </a:bodyPr>
          <a:lstStyle/>
          <a:p>
            <a:pPr marL="0" marR="0">
              <a:lnSpc>
                <a:spcPct val="115000"/>
              </a:lnSpc>
              <a:spcBef>
                <a:spcPts val="0"/>
              </a:spcBef>
              <a:spcAft>
                <a:spcPts val="600"/>
              </a:spcAft>
            </a:pPr>
            <a:endParaRPr lang="en-US" sz="1800" b="1" dirty="0">
              <a:effectLst/>
              <a:latin typeface="Times New Roman" panose="02020603050405020304" pitchFamily="18" charset="0"/>
            </a:endParaRPr>
          </a:p>
          <a:p>
            <a:pPr marL="0" marR="0" algn="just">
              <a:lnSpc>
                <a:spcPct val="150000"/>
              </a:lnSpc>
              <a:spcBef>
                <a:spcPts val="0"/>
              </a:spcBef>
              <a:spcAft>
                <a:spcPts val="600"/>
              </a:spcAft>
            </a:pPr>
            <a:r>
              <a:rPr lang="en-US" sz="1800" dirty="0">
                <a:effectLst/>
                <a:latin typeface="Times New Roman" panose="02020603050405020304" pitchFamily="18" charset="0"/>
                <a:ea typeface="SimSun" panose="02010600030101010101" pitchFamily="2" charset="-122"/>
              </a:rPr>
              <a:t>The motivation behind this project is to create easiness for the cat buyers. And help a newly obsessed cat lover, who doesn’t have any prior knowledge about the cats; to find his/her desired cat. </a:t>
            </a:r>
          </a:p>
          <a:p>
            <a:pPr marL="0" marR="0" algn="just">
              <a:lnSpc>
                <a:spcPct val="150000"/>
              </a:lnSpc>
              <a:spcBef>
                <a:spcPts val="0"/>
              </a:spcBef>
              <a:spcAft>
                <a:spcPts val="600"/>
              </a:spcAft>
            </a:pPr>
            <a:r>
              <a:rPr lang="en-US" sz="1800" dirty="0">
                <a:effectLst/>
                <a:latin typeface="Times New Roman" panose="02020603050405020304" pitchFamily="18" charset="0"/>
                <a:ea typeface="SimSun" panose="02010600030101010101" pitchFamily="2" charset="-122"/>
              </a:rPr>
              <a:t>Through this technology, the trend of buying cats will also increase. It will be an easy source of income for too many people.</a:t>
            </a:r>
          </a:p>
        </p:txBody>
      </p:sp>
    </p:spTree>
    <p:extLst>
      <p:ext uri="{BB962C8B-B14F-4D97-AF65-F5344CB8AC3E}">
        <p14:creationId xmlns:p14="http://schemas.microsoft.com/office/powerpoint/2010/main" val="21531952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8952914" cy="1325563"/>
          </a:xfrm>
        </p:spPr>
        <p:txBody>
          <a:bodyPr/>
          <a:lstStyle/>
          <a:p>
            <a:r>
              <a:rPr lang="en-US" b="0" i="0" u="none" strike="noStrike" baseline="0" dirty="0">
                <a:solidFill>
                  <a:srgbClr val="000000"/>
                </a:solidFill>
                <a:latin typeface="Times New Roman" panose="02020603050405020304" pitchFamily="18" charset="0"/>
              </a:rPr>
              <a:t>Use Case Diagram</a:t>
            </a:r>
            <a:endParaRPr lang="en-US" dirty="0"/>
          </a:p>
        </p:txBody>
      </p:sp>
      <p:pic>
        <p:nvPicPr>
          <p:cNvPr id="10" name="Content Placeholder 9"/>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093570" y="331971"/>
            <a:ext cx="1385664" cy="1385664"/>
          </a:xfrm>
        </p:spPr>
      </p:pic>
      <p:sp>
        <p:nvSpPr>
          <p:cNvPr id="4" name="Footer Placeholder 3"/>
          <p:cNvSpPr>
            <a:spLocks noGrp="1"/>
          </p:cNvSpPr>
          <p:nvPr>
            <p:ph type="ftr" sz="quarter" idx="11"/>
          </p:nvPr>
        </p:nvSpPr>
        <p:spPr>
          <a:xfrm>
            <a:off x="4038600" y="6314706"/>
            <a:ext cx="4114800" cy="406769"/>
          </a:xfrm>
        </p:spPr>
        <p:txBody>
          <a:bodyPr/>
          <a:lstStyle/>
          <a:p>
            <a:r>
              <a:rPr lang="en-US" b="1" dirty="0">
                <a:solidFill>
                  <a:schemeClr val="tx1">
                    <a:lumMod val="95000"/>
                    <a:lumOff val="5000"/>
                  </a:schemeClr>
                </a:solidFill>
              </a:rPr>
              <a:t>Your Project Code(P1-P1-S-20-01) </a:t>
            </a:r>
            <a:r>
              <a:rPr lang="en-US" b="1" dirty="0">
                <a:solidFill>
                  <a:schemeClr val="tx1"/>
                </a:solidFill>
              </a:rPr>
              <a:t>Cat selling system based on Image Processing</a:t>
            </a:r>
            <a:endParaRPr lang="en-US" sz="1400" b="1" dirty="0">
              <a:solidFill>
                <a:schemeClr val="tx1"/>
              </a:solidFill>
            </a:endParaRPr>
          </a:p>
          <a:p>
            <a:endParaRPr lang="en-US" b="1"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fld id="{FCB64944-C185-42A3-B9E2-0C66306C0823}" type="slidenum">
              <a:rPr lang="en-US" smtClean="0"/>
              <a:t>6</a:t>
            </a:fld>
            <a:endParaRPr lang="en-US"/>
          </a:p>
        </p:txBody>
      </p:sp>
      <p:sp>
        <p:nvSpPr>
          <p:cNvPr id="6" name="Rectangle 5"/>
          <p:cNvSpPr/>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26609" y="112542"/>
            <a:ext cx="11915336" cy="6608933"/>
          </a:xfrm>
          <a:prstGeom prst="roundRect">
            <a:avLst/>
          </a:prstGeom>
          <a:noFill/>
          <a:ln cmpd="thinThick">
            <a:solidFill>
              <a:schemeClr val="accent1">
                <a:shade val="50000"/>
                <a:alpha val="7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811240" y="1828489"/>
            <a:ext cx="10667994" cy="646331"/>
          </a:xfrm>
          <a:prstGeom prst="rect">
            <a:avLst/>
          </a:prstGeom>
        </p:spPr>
        <p:txBody>
          <a:bodyPr wrap="square">
            <a:spAutoFit/>
          </a:bodyPr>
          <a:lstStyle/>
          <a:p>
            <a:r>
              <a:rPr lang="en-US" b="0" i="0" u="none" strike="noStrike" baseline="0" dirty="0">
                <a:solidFill>
                  <a:srgbClr val="000000"/>
                </a:solidFill>
                <a:latin typeface="Times New Roman" panose="02020603050405020304" pitchFamily="18" charset="0"/>
              </a:rPr>
              <a:t>	</a:t>
            </a:r>
          </a:p>
          <a:p>
            <a:r>
              <a:rPr lang="en-US" b="0" i="0" u="none" strike="noStrike" baseline="0" dirty="0">
                <a:solidFill>
                  <a:srgbClr val="000000"/>
                </a:solidFill>
                <a:latin typeface="Times New Roman" panose="02020603050405020304" pitchFamily="18" charset="0"/>
              </a:rPr>
              <a:t>	</a:t>
            </a:r>
          </a:p>
        </p:txBody>
      </p:sp>
      <p:pic>
        <p:nvPicPr>
          <p:cNvPr id="11" name="Picture 10" descr="Diagram&#10;&#10;Description automatically generated">
            <a:extLst>
              <a:ext uri="{FF2B5EF4-FFF2-40B4-BE49-F238E27FC236}">
                <a16:creationId xmlns:a16="http://schemas.microsoft.com/office/drawing/2014/main" id="{48EB76AD-4E37-8FA3-E75C-F1EBB8CFB7FF}"/>
              </a:ext>
            </a:extLst>
          </p:cNvPr>
          <p:cNvPicPr>
            <a:picLocks noChangeAspect="1"/>
          </p:cNvPicPr>
          <p:nvPr/>
        </p:nvPicPr>
        <p:blipFill rotWithShape="1">
          <a:blip r:embed="rId4"/>
          <a:srcRect t="1548"/>
          <a:stretch/>
        </p:blipFill>
        <p:spPr bwMode="auto">
          <a:xfrm>
            <a:off x="1603717" y="1364566"/>
            <a:ext cx="8339798" cy="4698609"/>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8243945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31970"/>
            <a:ext cx="8952914" cy="554295"/>
          </a:xfrm>
        </p:spPr>
        <p:txBody>
          <a:bodyPr>
            <a:normAutofit/>
          </a:bodyPr>
          <a:lstStyle/>
          <a:p>
            <a:r>
              <a:rPr lang="en-US" sz="1600" b="0" i="0" u="none" strike="noStrike" baseline="0" dirty="0">
                <a:solidFill>
                  <a:srgbClr val="000000"/>
                </a:solidFill>
                <a:latin typeface="Times New Roman" panose="02020603050405020304" pitchFamily="18" charset="0"/>
              </a:rPr>
              <a:t>Activity Diagram</a:t>
            </a:r>
            <a:endParaRPr lang="en-US" sz="1600" dirty="0"/>
          </a:p>
        </p:txBody>
      </p:sp>
      <p:sp>
        <p:nvSpPr>
          <p:cNvPr id="4" name="Footer Placeholder 3"/>
          <p:cNvSpPr>
            <a:spLocks noGrp="1"/>
          </p:cNvSpPr>
          <p:nvPr>
            <p:ph type="ftr" sz="quarter" idx="11"/>
          </p:nvPr>
        </p:nvSpPr>
        <p:spPr/>
        <p:txBody>
          <a:bodyPr/>
          <a:lstStyle/>
          <a:p>
            <a:r>
              <a:rPr lang="en-US" b="1" dirty="0">
                <a:solidFill>
                  <a:schemeClr val="tx1">
                    <a:lumMod val="95000"/>
                    <a:lumOff val="5000"/>
                  </a:schemeClr>
                </a:solidFill>
              </a:rPr>
              <a:t>Your Project Code(P1-P1-S-20-01) </a:t>
            </a:r>
            <a:r>
              <a:rPr lang="en-US" b="1" dirty="0">
                <a:solidFill>
                  <a:schemeClr val="tx1"/>
                </a:solidFill>
              </a:rPr>
              <a:t>Cat selling system based on Image Processing</a:t>
            </a:r>
            <a:endParaRPr lang="en-US" sz="1400" b="1" dirty="0">
              <a:solidFill>
                <a:schemeClr val="tx1"/>
              </a:solidFill>
            </a:endParaRPr>
          </a:p>
          <a:p>
            <a:endParaRPr lang="en-US" b="1"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fld id="{FCB64944-C185-42A3-B9E2-0C66306C0823}" type="slidenum">
              <a:rPr lang="en-US" smtClean="0"/>
              <a:t>7</a:t>
            </a:fld>
            <a:endParaRPr lang="en-US"/>
          </a:p>
        </p:txBody>
      </p:sp>
      <p:sp>
        <p:nvSpPr>
          <p:cNvPr id="6" name="Rectangle 5"/>
          <p:cNvSpPr/>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26609" y="112542"/>
            <a:ext cx="11915336" cy="6608933"/>
          </a:xfrm>
          <a:prstGeom prst="roundRect">
            <a:avLst/>
          </a:prstGeom>
          <a:noFill/>
          <a:ln cmpd="thinThick">
            <a:solidFill>
              <a:schemeClr val="accent1">
                <a:shade val="50000"/>
                <a:alpha val="7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811240" y="1828489"/>
            <a:ext cx="10667994" cy="646331"/>
          </a:xfrm>
          <a:prstGeom prst="rect">
            <a:avLst/>
          </a:prstGeom>
        </p:spPr>
        <p:txBody>
          <a:bodyPr wrap="square">
            <a:spAutoFit/>
          </a:bodyPr>
          <a:lstStyle/>
          <a:p>
            <a:r>
              <a:rPr lang="en-US" b="0" i="0" u="none" strike="noStrike" baseline="0" dirty="0">
                <a:solidFill>
                  <a:srgbClr val="000000"/>
                </a:solidFill>
                <a:latin typeface="Times New Roman" panose="02020603050405020304" pitchFamily="18" charset="0"/>
              </a:rPr>
              <a:t>	</a:t>
            </a:r>
          </a:p>
          <a:p>
            <a:r>
              <a:rPr lang="en-US" b="0" i="0" u="none" strike="noStrike" baseline="0" dirty="0">
                <a:solidFill>
                  <a:srgbClr val="000000"/>
                </a:solidFill>
                <a:latin typeface="Times New Roman" panose="02020603050405020304" pitchFamily="18" charset="0"/>
              </a:rPr>
              <a:t>	</a:t>
            </a:r>
          </a:p>
        </p:txBody>
      </p:sp>
      <p:pic>
        <p:nvPicPr>
          <p:cNvPr id="10" name="Content Placeholder 9"/>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806336" y="27984"/>
            <a:ext cx="1385664" cy="1385664"/>
          </a:xfrm>
        </p:spPr>
      </p:pic>
      <p:pic>
        <p:nvPicPr>
          <p:cNvPr id="12" name="Picture 11" descr="Diagram, schematic&#10;&#10;Description automatically generated">
            <a:extLst>
              <a:ext uri="{FF2B5EF4-FFF2-40B4-BE49-F238E27FC236}">
                <a16:creationId xmlns:a16="http://schemas.microsoft.com/office/drawing/2014/main" id="{E30EE750-EC43-E690-0F95-4094AB555268}"/>
              </a:ext>
            </a:extLst>
          </p:cNvPr>
          <p:cNvPicPr>
            <a:picLocks noChangeAspect="1"/>
          </p:cNvPicPr>
          <p:nvPr/>
        </p:nvPicPr>
        <p:blipFill>
          <a:blip r:embed="rId4"/>
          <a:stretch>
            <a:fillRect/>
          </a:stretch>
        </p:blipFill>
        <p:spPr>
          <a:xfrm>
            <a:off x="712766" y="886265"/>
            <a:ext cx="10093570" cy="5092504"/>
          </a:xfrm>
          <a:prstGeom prst="rect">
            <a:avLst/>
          </a:prstGeom>
        </p:spPr>
      </p:pic>
    </p:spTree>
    <p:extLst>
      <p:ext uri="{BB962C8B-B14F-4D97-AF65-F5344CB8AC3E}">
        <p14:creationId xmlns:p14="http://schemas.microsoft.com/office/powerpoint/2010/main" val="4821623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8952914" cy="450800"/>
          </a:xfrm>
        </p:spPr>
        <p:txBody>
          <a:bodyPr>
            <a:normAutofit/>
          </a:bodyPr>
          <a:lstStyle/>
          <a:p>
            <a:r>
              <a:rPr lang="en-US" sz="1400" b="0" i="0" u="none" strike="noStrike" baseline="0" dirty="0">
                <a:solidFill>
                  <a:srgbClr val="000000"/>
                </a:solidFill>
                <a:latin typeface="Times New Roman" panose="02020603050405020304" pitchFamily="18" charset="0"/>
              </a:rPr>
              <a:t>Sequence Diagram</a:t>
            </a:r>
            <a:endParaRPr lang="en-US" sz="1400" dirty="0"/>
          </a:p>
        </p:txBody>
      </p:sp>
      <p:sp>
        <p:nvSpPr>
          <p:cNvPr id="4" name="Footer Placeholder 3"/>
          <p:cNvSpPr>
            <a:spLocks noGrp="1"/>
          </p:cNvSpPr>
          <p:nvPr>
            <p:ph type="ftr" sz="quarter" idx="11"/>
          </p:nvPr>
        </p:nvSpPr>
        <p:spPr/>
        <p:txBody>
          <a:bodyPr/>
          <a:lstStyle/>
          <a:p>
            <a:r>
              <a:rPr lang="en-US" b="1" dirty="0">
                <a:solidFill>
                  <a:schemeClr val="tx1">
                    <a:lumMod val="95000"/>
                    <a:lumOff val="5000"/>
                  </a:schemeClr>
                </a:solidFill>
              </a:rPr>
              <a:t>Your Project Code(P1-P1-S-20-01) </a:t>
            </a:r>
            <a:r>
              <a:rPr lang="en-US" b="1" dirty="0">
                <a:solidFill>
                  <a:schemeClr val="tx1"/>
                </a:solidFill>
              </a:rPr>
              <a:t>Cat selling system based on Image Processing</a:t>
            </a:r>
            <a:endParaRPr lang="en-US" sz="1400" b="1" dirty="0">
              <a:solidFill>
                <a:schemeClr val="tx1"/>
              </a:solidFill>
            </a:endParaRPr>
          </a:p>
          <a:p>
            <a:endParaRPr lang="en-US" b="1"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fld id="{FCB64944-C185-42A3-B9E2-0C66306C0823}" type="slidenum">
              <a:rPr lang="en-US" smtClean="0"/>
              <a:t>8</a:t>
            </a:fld>
            <a:endParaRPr lang="en-US"/>
          </a:p>
        </p:txBody>
      </p:sp>
      <p:sp>
        <p:nvSpPr>
          <p:cNvPr id="6" name="Rectangle 5"/>
          <p:cNvSpPr/>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26609" y="112542"/>
            <a:ext cx="11915336" cy="6608933"/>
          </a:xfrm>
          <a:prstGeom prst="roundRect">
            <a:avLst/>
          </a:prstGeom>
          <a:noFill/>
          <a:ln cmpd="thinThick">
            <a:solidFill>
              <a:schemeClr val="accent1">
                <a:shade val="50000"/>
                <a:alpha val="7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811240" y="1828489"/>
            <a:ext cx="10667994" cy="646331"/>
          </a:xfrm>
          <a:prstGeom prst="rect">
            <a:avLst/>
          </a:prstGeom>
        </p:spPr>
        <p:txBody>
          <a:bodyPr wrap="square">
            <a:spAutoFit/>
          </a:bodyPr>
          <a:lstStyle/>
          <a:p>
            <a:r>
              <a:rPr lang="en-US" b="0" i="0" u="none" strike="noStrike" baseline="0" dirty="0">
                <a:solidFill>
                  <a:srgbClr val="000000"/>
                </a:solidFill>
                <a:latin typeface="Times New Roman" panose="02020603050405020304" pitchFamily="18" charset="0"/>
              </a:rPr>
              <a:t>	</a:t>
            </a:r>
          </a:p>
          <a:p>
            <a:r>
              <a:rPr lang="en-US" b="0" i="0" u="none" strike="noStrike" baseline="0" dirty="0">
                <a:solidFill>
                  <a:srgbClr val="000000"/>
                </a:solidFill>
                <a:latin typeface="Times New Roman" panose="02020603050405020304" pitchFamily="18" charset="0"/>
              </a:rPr>
              <a:t>	</a:t>
            </a:r>
          </a:p>
        </p:txBody>
      </p:sp>
      <p:pic>
        <p:nvPicPr>
          <p:cNvPr id="10" name="Content Placeholder 9"/>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660968" y="-23983"/>
            <a:ext cx="1385664" cy="1385664"/>
          </a:xfrm>
        </p:spPr>
      </p:pic>
      <p:pic>
        <p:nvPicPr>
          <p:cNvPr id="9" name="Picture 8">
            <a:extLst>
              <a:ext uri="{FF2B5EF4-FFF2-40B4-BE49-F238E27FC236}">
                <a16:creationId xmlns:a16="http://schemas.microsoft.com/office/drawing/2014/main" id="{1FDAE771-6954-4B56-9131-9FFD0A739F2D}"/>
              </a:ext>
            </a:extLst>
          </p:cNvPr>
          <p:cNvPicPr>
            <a:picLocks noChangeAspect="1"/>
          </p:cNvPicPr>
          <p:nvPr/>
        </p:nvPicPr>
        <p:blipFill>
          <a:blip r:embed="rId4"/>
          <a:stretch>
            <a:fillRect/>
          </a:stretch>
        </p:blipFill>
        <p:spPr>
          <a:xfrm>
            <a:off x="1430594" y="928469"/>
            <a:ext cx="8952914" cy="5427881"/>
          </a:xfrm>
          <a:prstGeom prst="rect">
            <a:avLst/>
          </a:prstGeom>
        </p:spPr>
      </p:pic>
    </p:spTree>
    <p:extLst>
      <p:ext uri="{BB962C8B-B14F-4D97-AF65-F5344CB8AC3E}">
        <p14:creationId xmlns:p14="http://schemas.microsoft.com/office/powerpoint/2010/main" val="17114585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89501"/>
            <a:ext cx="8952914" cy="927332"/>
          </a:xfrm>
        </p:spPr>
        <p:txBody>
          <a:bodyPr/>
          <a:lstStyle/>
          <a:p>
            <a:r>
              <a:rPr lang="en-US" b="0" i="0" u="none" strike="noStrike" baseline="0" dirty="0">
                <a:solidFill>
                  <a:srgbClr val="000000"/>
                </a:solidFill>
                <a:latin typeface="Times New Roman" panose="02020603050405020304" pitchFamily="18" charset="0"/>
              </a:rPr>
              <a:t>System</a:t>
            </a:r>
            <a:r>
              <a:rPr lang="en-US" b="0" i="0" u="none" strike="noStrike" dirty="0">
                <a:solidFill>
                  <a:srgbClr val="000000"/>
                </a:solidFill>
                <a:latin typeface="Times New Roman" panose="02020603050405020304" pitchFamily="18" charset="0"/>
              </a:rPr>
              <a:t> </a:t>
            </a:r>
            <a:r>
              <a:rPr lang="en-US" b="0" i="0" u="none" strike="noStrike" baseline="0" dirty="0">
                <a:solidFill>
                  <a:srgbClr val="000000"/>
                </a:solidFill>
                <a:latin typeface="Times New Roman" panose="02020603050405020304" pitchFamily="18" charset="0"/>
              </a:rPr>
              <a:t>Sequence Diagram</a:t>
            </a:r>
            <a:endParaRPr lang="en-US" dirty="0"/>
          </a:p>
        </p:txBody>
      </p:sp>
      <p:pic>
        <p:nvPicPr>
          <p:cNvPr id="10" name="Content Placeholder 9"/>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093570" y="331971"/>
            <a:ext cx="1385664" cy="1385664"/>
          </a:xfrm>
        </p:spPr>
      </p:pic>
      <p:sp>
        <p:nvSpPr>
          <p:cNvPr id="4" name="Footer Placeholder 3"/>
          <p:cNvSpPr>
            <a:spLocks noGrp="1"/>
          </p:cNvSpPr>
          <p:nvPr>
            <p:ph type="ftr" sz="quarter" idx="11"/>
          </p:nvPr>
        </p:nvSpPr>
        <p:spPr/>
        <p:txBody>
          <a:bodyPr/>
          <a:lstStyle/>
          <a:p>
            <a:pPr marL="0" indent="0" algn="ctr">
              <a:buNone/>
            </a:pPr>
            <a:r>
              <a:rPr lang="en-US" b="1" dirty="0">
                <a:solidFill>
                  <a:schemeClr val="tx1">
                    <a:lumMod val="95000"/>
                    <a:lumOff val="5000"/>
                  </a:schemeClr>
                </a:solidFill>
              </a:rPr>
              <a:t>Your Project Code(P1-P1-S-20-01</a:t>
            </a:r>
            <a:r>
              <a:rPr lang="en-US" b="1" dirty="0">
                <a:solidFill>
                  <a:schemeClr val="tx1"/>
                </a:solidFill>
              </a:rPr>
              <a:t>) Cat selling system based on Image Processing</a:t>
            </a:r>
            <a:endParaRPr lang="en-US" sz="1400" b="1" dirty="0">
              <a:solidFill>
                <a:schemeClr val="tx1"/>
              </a:solidFill>
            </a:endParaRPr>
          </a:p>
        </p:txBody>
      </p:sp>
      <p:sp>
        <p:nvSpPr>
          <p:cNvPr id="5" name="Slide Number Placeholder 4"/>
          <p:cNvSpPr>
            <a:spLocks noGrp="1"/>
          </p:cNvSpPr>
          <p:nvPr>
            <p:ph type="sldNum" sz="quarter" idx="12"/>
          </p:nvPr>
        </p:nvSpPr>
        <p:spPr/>
        <p:txBody>
          <a:bodyPr/>
          <a:lstStyle/>
          <a:p>
            <a:fld id="{FCB64944-C185-42A3-B9E2-0C66306C0823}" type="slidenum">
              <a:rPr lang="en-US" smtClean="0"/>
              <a:t>9</a:t>
            </a:fld>
            <a:endParaRPr lang="en-US"/>
          </a:p>
        </p:txBody>
      </p:sp>
      <p:sp>
        <p:nvSpPr>
          <p:cNvPr id="6" name="Rectangle 5"/>
          <p:cNvSpPr/>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26609" y="112542"/>
            <a:ext cx="11915336" cy="6608933"/>
          </a:xfrm>
          <a:prstGeom prst="roundRect">
            <a:avLst/>
          </a:prstGeom>
          <a:noFill/>
          <a:ln cmpd="thinThick">
            <a:solidFill>
              <a:schemeClr val="accent1">
                <a:shade val="50000"/>
                <a:alpha val="7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811239" y="1634244"/>
            <a:ext cx="8952913" cy="646331"/>
          </a:xfrm>
          <a:prstGeom prst="rect">
            <a:avLst/>
          </a:prstGeom>
        </p:spPr>
        <p:txBody>
          <a:bodyPr wrap="square">
            <a:spAutoFit/>
          </a:bodyPr>
          <a:lstStyle/>
          <a:p>
            <a:r>
              <a:rPr lang="en-US" dirty="0">
                <a:solidFill>
                  <a:srgbClr val="000000"/>
                </a:solidFill>
                <a:latin typeface="Times New Roman" panose="02020603050405020304" pitchFamily="18" charset="0"/>
              </a:rPr>
              <a:t>                 Login                                                                            Manage Account</a:t>
            </a:r>
            <a:endParaRPr lang="en-US" b="0" i="0" u="none" strike="noStrike" baseline="0" dirty="0">
              <a:solidFill>
                <a:srgbClr val="000000"/>
              </a:solidFill>
              <a:latin typeface="Times New Roman" panose="02020603050405020304" pitchFamily="18" charset="0"/>
            </a:endParaRPr>
          </a:p>
          <a:p>
            <a:r>
              <a:rPr lang="en-US" b="0" i="0" u="none" strike="noStrike" baseline="0" dirty="0">
                <a:solidFill>
                  <a:srgbClr val="000000"/>
                </a:solidFill>
                <a:latin typeface="Times New Roman" panose="02020603050405020304" pitchFamily="18" charset="0"/>
              </a:rPr>
              <a:t>	</a:t>
            </a:r>
          </a:p>
        </p:txBody>
      </p:sp>
      <p:pic>
        <p:nvPicPr>
          <p:cNvPr id="11" name="Picture 10">
            <a:extLst>
              <a:ext uri="{FF2B5EF4-FFF2-40B4-BE49-F238E27FC236}">
                <a16:creationId xmlns:a16="http://schemas.microsoft.com/office/drawing/2014/main" id="{B3AEADD4-1795-42A5-9AED-0031F3F795C2}"/>
              </a:ext>
            </a:extLst>
          </p:cNvPr>
          <p:cNvPicPr>
            <a:picLocks noChangeAspect="1"/>
          </p:cNvPicPr>
          <p:nvPr/>
        </p:nvPicPr>
        <p:blipFill>
          <a:blip r:embed="rId4"/>
          <a:stretch>
            <a:fillRect/>
          </a:stretch>
        </p:blipFill>
        <p:spPr>
          <a:xfrm>
            <a:off x="522262" y="2552987"/>
            <a:ext cx="4319953" cy="3896075"/>
          </a:xfrm>
          <a:prstGeom prst="rect">
            <a:avLst/>
          </a:prstGeom>
        </p:spPr>
      </p:pic>
      <p:pic>
        <p:nvPicPr>
          <p:cNvPr id="13" name="Picture 12" descr="Diagram&#10;&#10;Description automatically generated">
            <a:extLst>
              <a:ext uri="{FF2B5EF4-FFF2-40B4-BE49-F238E27FC236}">
                <a16:creationId xmlns:a16="http://schemas.microsoft.com/office/drawing/2014/main" id="{96165155-F517-6B5D-7F57-182ED45495B7}"/>
              </a:ext>
            </a:extLst>
          </p:cNvPr>
          <p:cNvPicPr/>
          <p:nvPr/>
        </p:nvPicPr>
        <p:blipFill>
          <a:blip r:embed="rId5"/>
          <a:stretch>
            <a:fillRect/>
          </a:stretch>
        </p:blipFill>
        <p:spPr>
          <a:xfrm>
            <a:off x="5978769" y="2096209"/>
            <a:ext cx="5134708" cy="3987729"/>
          </a:xfrm>
          <a:prstGeom prst="rect">
            <a:avLst/>
          </a:prstGeom>
        </p:spPr>
      </p:pic>
    </p:spTree>
    <p:extLst>
      <p:ext uri="{BB962C8B-B14F-4D97-AF65-F5344CB8AC3E}">
        <p14:creationId xmlns:p14="http://schemas.microsoft.com/office/powerpoint/2010/main" val="36235750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89501"/>
            <a:ext cx="8952914" cy="1152828"/>
          </a:xfrm>
        </p:spPr>
        <p:txBody>
          <a:bodyPr/>
          <a:lstStyle/>
          <a:p>
            <a:r>
              <a:rPr lang="en-US" b="0" i="0" u="none" strike="noStrike" baseline="0" dirty="0">
                <a:solidFill>
                  <a:srgbClr val="000000"/>
                </a:solidFill>
                <a:latin typeface="Times New Roman" panose="02020603050405020304" pitchFamily="18" charset="0"/>
              </a:rPr>
              <a:t>System</a:t>
            </a:r>
            <a:r>
              <a:rPr lang="en-US" b="0" i="0" u="none" strike="noStrike" dirty="0">
                <a:solidFill>
                  <a:srgbClr val="000000"/>
                </a:solidFill>
                <a:latin typeface="Times New Roman" panose="02020603050405020304" pitchFamily="18" charset="0"/>
              </a:rPr>
              <a:t> </a:t>
            </a:r>
            <a:r>
              <a:rPr lang="en-US" b="0" i="0" u="none" strike="noStrike" baseline="0" dirty="0">
                <a:solidFill>
                  <a:srgbClr val="000000"/>
                </a:solidFill>
                <a:latin typeface="Times New Roman" panose="02020603050405020304" pitchFamily="18" charset="0"/>
              </a:rPr>
              <a:t>Sequence Diagram</a:t>
            </a:r>
            <a:endParaRPr lang="en-US" dirty="0"/>
          </a:p>
        </p:txBody>
      </p:sp>
      <p:pic>
        <p:nvPicPr>
          <p:cNvPr id="10" name="Content Placeholder 9"/>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093570" y="331971"/>
            <a:ext cx="1385664" cy="1385664"/>
          </a:xfrm>
        </p:spPr>
      </p:pic>
      <p:sp>
        <p:nvSpPr>
          <p:cNvPr id="4" name="Footer Placeholder 3"/>
          <p:cNvSpPr>
            <a:spLocks noGrp="1"/>
          </p:cNvSpPr>
          <p:nvPr>
            <p:ph type="ftr" sz="quarter" idx="11"/>
          </p:nvPr>
        </p:nvSpPr>
        <p:spPr>
          <a:xfrm>
            <a:off x="4038600" y="6284860"/>
            <a:ext cx="4114800" cy="436615"/>
          </a:xfrm>
        </p:spPr>
        <p:txBody>
          <a:bodyPr/>
          <a:lstStyle/>
          <a:p>
            <a:pPr marL="0" indent="0" algn="ctr">
              <a:buNone/>
            </a:pPr>
            <a:r>
              <a:rPr lang="en-US" b="1" dirty="0">
                <a:solidFill>
                  <a:schemeClr val="tx1">
                    <a:lumMod val="95000"/>
                    <a:lumOff val="5000"/>
                  </a:schemeClr>
                </a:solidFill>
              </a:rPr>
              <a:t>Your Project Code(P1-P1-S-20-01) </a:t>
            </a:r>
            <a:r>
              <a:rPr lang="en-US" b="1" dirty="0">
                <a:solidFill>
                  <a:schemeClr val="tx1"/>
                </a:solidFill>
              </a:rPr>
              <a:t>Cat selling system based on Image Processing</a:t>
            </a:r>
            <a:endParaRPr lang="en-US" sz="1400" b="1" dirty="0">
              <a:solidFill>
                <a:schemeClr val="tx1"/>
              </a:solidFill>
            </a:endParaRPr>
          </a:p>
        </p:txBody>
      </p:sp>
      <p:sp>
        <p:nvSpPr>
          <p:cNvPr id="5" name="Slide Number Placeholder 4"/>
          <p:cNvSpPr>
            <a:spLocks noGrp="1"/>
          </p:cNvSpPr>
          <p:nvPr>
            <p:ph type="sldNum" sz="quarter" idx="12"/>
          </p:nvPr>
        </p:nvSpPr>
        <p:spPr/>
        <p:txBody>
          <a:bodyPr/>
          <a:lstStyle/>
          <a:p>
            <a:fld id="{FCB64944-C185-42A3-B9E2-0C66306C0823}" type="slidenum">
              <a:rPr lang="en-US" smtClean="0"/>
              <a:t>10</a:t>
            </a:fld>
            <a:endParaRPr lang="en-US"/>
          </a:p>
        </p:txBody>
      </p:sp>
      <p:sp>
        <p:nvSpPr>
          <p:cNvPr id="6" name="Rectangle 5"/>
          <p:cNvSpPr/>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26609" y="112542"/>
            <a:ext cx="11915336" cy="6608933"/>
          </a:xfrm>
          <a:prstGeom prst="roundRect">
            <a:avLst/>
          </a:prstGeom>
          <a:noFill/>
          <a:ln cmpd="thinThick">
            <a:solidFill>
              <a:schemeClr val="accent1">
                <a:shade val="50000"/>
                <a:alpha val="7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811240" y="1634244"/>
            <a:ext cx="10667994" cy="646331"/>
          </a:xfrm>
          <a:prstGeom prst="rect">
            <a:avLst/>
          </a:prstGeom>
        </p:spPr>
        <p:txBody>
          <a:bodyPr wrap="square">
            <a:spAutoFit/>
          </a:bodyPr>
          <a:lstStyle/>
          <a:p>
            <a:r>
              <a:rPr lang="en-US" b="0" i="0" u="none" strike="noStrike" baseline="0" dirty="0">
                <a:solidFill>
                  <a:srgbClr val="000000"/>
                </a:solidFill>
                <a:latin typeface="Times New Roman" panose="02020603050405020304" pitchFamily="18" charset="0"/>
              </a:rPr>
              <a:t>	Resolve Conflict                                                           </a:t>
            </a:r>
            <a:r>
              <a:rPr lang="en-US" dirty="0">
                <a:solidFill>
                  <a:srgbClr val="000000"/>
                </a:solidFill>
                <a:latin typeface="Times New Roman" panose="02020603050405020304" pitchFamily="18" charset="0"/>
              </a:rPr>
              <a:t>M</a:t>
            </a:r>
            <a:r>
              <a:rPr lang="en-US" b="0" i="0" u="none" strike="noStrike" baseline="0" dirty="0">
                <a:solidFill>
                  <a:srgbClr val="000000"/>
                </a:solidFill>
                <a:latin typeface="Times New Roman" panose="02020603050405020304" pitchFamily="18" charset="0"/>
              </a:rPr>
              <a:t>anage Catalog</a:t>
            </a:r>
          </a:p>
          <a:p>
            <a:r>
              <a:rPr lang="en-US" b="0" i="0" u="none" strike="noStrike" baseline="0" dirty="0">
                <a:solidFill>
                  <a:srgbClr val="000000"/>
                </a:solidFill>
                <a:latin typeface="Times New Roman" panose="02020603050405020304" pitchFamily="18" charset="0"/>
              </a:rPr>
              <a:t>	</a:t>
            </a:r>
          </a:p>
        </p:txBody>
      </p:sp>
      <p:pic>
        <p:nvPicPr>
          <p:cNvPr id="11" name="Picture 10" descr="Table&#10;&#10;Description automatically generated">
            <a:extLst>
              <a:ext uri="{FF2B5EF4-FFF2-40B4-BE49-F238E27FC236}">
                <a16:creationId xmlns:a16="http://schemas.microsoft.com/office/drawing/2014/main" id="{6738E869-4B6E-CF85-64BF-E8B7C5B6BC2C}"/>
              </a:ext>
            </a:extLst>
          </p:cNvPr>
          <p:cNvPicPr/>
          <p:nvPr/>
        </p:nvPicPr>
        <p:blipFill>
          <a:blip r:embed="rId4"/>
          <a:stretch>
            <a:fillRect/>
          </a:stretch>
        </p:blipFill>
        <p:spPr>
          <a:xfrm>
            <a:off x="6301156" y="2182008"/>
            <a:ext cx="4114800" cy="3867760"/>
          </a:xfrm>
          <a:prstGeom prst="rect">
            <a:avLst/>
          </a:prstGeom>
        </p:spPr>
      </p:pic>
      <p:pic>
        <p:nvPicPr>
          <p:cNvPr id="15" name="Picture 14" descr="Diagram&#10;&#10;Description automatically generated">
            <a:extLst>
              <a:ext uri="{FF2B5EF4-FFF2-40B4-BE49-F238E27FC236}">
                <a16:creationId xmlns:a16="http://schemas.microsoft.com/office/drawing/2014/main" id="{0127CDEE-7A66-4631-84FA-49A4B5E3A5E6}"/>
              </a:ext>
            </a:extLst>
          </p:cNvPr>
          <p:cNvPicPr/>
          <p:nvPr/>
        </p:nvPicPr>
        <p:blipFill>
          <a:blip r:embed="rId5"/>
          <a:stretch>
            <a:fillRect/>
          </a:stretch>
        </p:blipFill>
        <p:spPr>
          <a:xfrm>
            <a:off x="696793" y="2472489"/>
            <a:ext cx="5042825" cy="3407805"/>
          </a:xfrm>
          <a:prstGeom prst="rect">
            <a:avLst/>
          </a:prstGeom>
        </p:spPr>
      </p:pic>
    </p:spTree>
    <p:extLst>
      <p:ext uri="{BB962C8B-B14F-4D97-AF65-F5344CB8AC3E}">
        <p14:creationId xmlns:p14="http://schemas.microsoft.com/office/powerpoint/2010/main" val="7657056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89501"/>
            <a:ext cx="8952914" cy="526425"/>
          </a:xfrm>
        </p:spPr>
        <p:txBody>
          <a:bodyPr>
            <a:normAutofit fontScale="90000"/>
          </a:bodyPr>
          <a:lstStyle/>
          <a:p>
            <a:r>
              <a:rPr lang="en-US" b="0" i="0" u="none" strike="noStrike" baseline="0">
                <a:solidFill>
                  <a:srgbClr val="000000"/>
                </a:solidFill>
                <a:latin typeface="Times New Roman" panose="02020603050405020304" pitchFamily="18" charset="0"/>
              </a:rPr>
              <a:t>System</a:t>
            </a:r>
            <a:r>
              <a:rPr lang="en-US" b="0" i="0" u="none" strike="noStrike">
                <a:solidFill>
                  <a:srgbClr val="000000"/>
                </a:solidFill>
                <a:latin typeface="Times New Roman" panose="02020603050405020304" pitchFamily="18" charset="0"/>
              </a:rPr>
              <a:t> </a:t>
            </a:r>
            <a:r>
              <a:rPr lang="en-US" b="0" i="0" u="none" strike="noStrike" baseline="0">
                <a:solidFill>
                  <a:srgbClr val="000000"/>
                </a:solidFill>
                <a:latin typeface="Times New Roman" panose="02020603050405020304" pitchFamily="18" charset="0"/>
              </a:rPr>
              <a:t>Sequence Diagram</a:t>
            </a:r>
            <a:endParaRPr lang="en-US" dirty="0"/>
          </a:p>
        </p:txBody>
      </p:sp>
      <p:pic>
        <p:nvPicPr>
          <p:cNvPr id="10" name="Content Placeholder 9"/>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093570" y="331971"/>
            <a:ext cx="1385664" cy="1385664"/>
          </a:xfrm>
        </p:spPr>
      </p:pic>
      <p:sp>
        <p:nvSpPr>
          <p:cNvPr id="4" name="Footer Placeholder 3"/>
          <p:cNvSpPr>
            <a:spLocks noGrp="1"/>
          </p:cNvSpPr>
          <p:nvPr>
            <p:ph type="ftr" sz="quarter" idx="11"/>
          </p:nvPr>
        </p:nvSpPr>
        <p:spPr/>
        <p:txBody>
          <a:bodyPr/>
          <a:lstStyle/>
          <a:p>
            <a:r>
              <a:rPr lang="en-US" b="1" dirty="0">
                <a:solidFill>
                  <a:schemeClr val="tx1">
                    <a:lumMod val="95000"/>
                    <a:lumOff val="5000"/>
                  </a:schemeClr>
                </a:solidFill>
              </a:rPr>
              <a:t>Your Project Code(P1-P1-S-20-01) </a:t>
            </a:r>
            <a:r>
              <a:rPr lang="en-US" b="1" dirty="0">
                <a:solidFill>
                  <a:schemeClr val="tx1"/>
                </a:solidFill>
              </a:rPr>
              <a:t>Cat selling system based on Image Processing</a:t>
            </a:r>
            <a:endParaRPr lang="en-US" sz="1400" b="1" dirty="0">
              <a:solidFill>
                <a:schemeClr val="tx1"/>
              </a:solidFill>
            </a:endParaRPr>
          </a:p>
          <a:p>
            <a:endParaRPr lang="en-US" b="1"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fld id="{FCB64944-C185-42A3-B9E2-0C66306C0823}" type="slidenum">
              <a:rPr lang="en-US" smtClean="0"/>
              <a:t>11</a:t>
            </a:fld>
            <a:endParaRPr lang="en-US"/>
          </a:p>
        </p:txBody>
      </p:sp>
      <p:sp>
        <p:nvSpPr>
          <p:cNvPr id="6" name="Rectangle 5"/>
          <p:cNvSpPr/>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26609" y="112542"/>
            <a:ext cx="11915336" cy="6608933"/>
          </a:xfrm>
          <a:prstGeom prst="roundRect">
            <a:avLst/>
          </a:prstGeom>
          <a:noFill/>
          <a:ln cmpd="thinThick">
            <a:solidFill>
              <a:schemeClr val="accent1">
                <a:shade val="50000"/>
                <a:alpha val="7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290735" y="1035355"/>
            <a:ext cx="10667994" cy="375552"/>
          </a:xfrm>
          <a:prstGeom prst="rect">
            <a:avLst/>
          </a:prstGeom>
        </p:spPr>
        <p:txBody>
          <a:bodyPr wrap="square">
            <a:spAutoFit/>
          </a:bodyPr>
          <a:lstStyle/>
          <a:p>
            <a:pPr marL="228600" marR="0" algn="ctr">
              <a:lnSpc>
                <a:spcPct val="107000"/>
              </a:lnSpc>
              <a:spcBef>
                <a:spcPts val="0"/>
              </a:spcBef>
              <a:spcAft>
                <a:spcPts val="800"/>
              </a:spcAft>
            </a:pPr>
            <a:r>
              <a:rPr lang="en-US" sz="1800" b="1">
                <a:effectLst/>
                <a:latin typeface="Calibri" panose="020F0502020204030204" pitchFamily="34" charset="0"/>
                <a:ea typeface="Calibri" panose="020F0502020204030204" pitchFamily="34" charset="0"/>
                <a:cs typeface="Times New Roman" panose="02020603050405020304" pitchFamily="18" charset="0"/>
              </a:rPr>
              <a:t>Search Catalogue</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2" name="Picture 11" descr="Diagram, table&#10;&#10;Description automatically generated">
            <a:extLst>
              <a:ext uri="{FF2B5EF4-FFF2-40B4-BE49-F238E27FC236}">
                <a16:creationId xmlns:a16="http://schemas.microsoft.com/office/drawing/2014/main" id="{13AF10AB-A46F-59A9-669C-C8E8165E4ECB}"/>
              </a:ext>
            </a:extLst>
          </p:cNvPr>
          <p:cNvPicPr>
            <a:picLocks noChangeAspect="1"/>
          </p:cNvPicPr>
          <p:nvPr/>
        </p:nvPicPr>
        <p:blipFill>
          <a:blip r:embed="rId4"/>
          <a:stretch>
            <a:fillRect/>
          </a:stretch>
        </p:blipFill>
        <p:spPr>
          <a:xfrm>
            <a:off x="1867486" y="1410907"/>
            <a:ext cx="8433582" cy="4768425"/>
          </a:xfrm>
          <a:prstGeom prst="rect">
            <a:avLst/>
          </a:prstGeom>
        </p:spPr>
      </p:pic>
    </p:spTree>
    <p:extLst>
      <p:ext uri="{BB962C8B-B14F-4D97-AF65-F5344CB8AC3E}">
        <p14:creationId xmlns:p14="http://schemas.microsoft.com/office/powerpoint/2010/main" val="11668500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89501"/>
            <a:ext cx="8952914" cy="1152828"/>
          </a:xfrm>
        </p:spPr>
        <p:txBody>
          <a:bodyPr/>
          <a:lstStyle/>
          <a:p>
            <a:r>
              <a:rPr lang="en-US" b="0" i="0" u="none" strike="noStrike" baseline="0" dirty="0">
                <a:solidFill>
                  <a:srgbClr val="000000"/>
                </a:solidFill>
                <a:latin typeface="Times New Roman" panose="02020603050405020304" pitchFamily="18" charset="0"/>
              </a:rPr>
              <a:t>System</a:t>
            </a:r>
            <a:r>
              <a:rPr lang="en-US" b="0" i="0" u="none" strike="noStrike" dirty="0">
                <a:solidFill>
                  <a:srgbClr val="000000"/>
                </a:solidFill>
                <a:latin typeface="Times New Roman" panose="02020603050405020304" pitchFamily="18" charset="0"/>
              </a:rPr>
              <a:t> </a:t>
            </a:r>
            <a:r>
              <a:rPr lang="en-US" b="0" i="0" u="none" strike="noStrike" baseline="0" dirty="0">
                <a:solidFill>
                  <a:srgbClr val="000000"/>
                </a:solidFill>
                <a:latin typeface="Times New Roman" panose="02020603050405020304" pitchFamily="18" charset="0"/>
              </a:rPr>
              <a:t>Sequence Diagram</a:t>
            </a:r>
            <a:endParaRPr lang="en-US" dirty="0"/>
          </a:p>
        </p:txBody>
      </p:sp>
      <p:pic>
        <p:nvPicPr>
          <p:cNvPr id="10" name="Content Placeholder 9"/>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093570" y="331971"/>
            <a:ext cx="1385664" cy="1385664"/>
          </a:xfrm>
        </p:spPr>
      </p:pic>
      <p:sp>
        <p:nvSpPr>
          <p:cNvPr id="4" name="Footer Placeholder 3"/>
          <p:cNvSpPr>
            <a:spLocks noGrp="1"/>
          </p:cNvSpPr>
          <p:nvPr>
            <p:ph type="ftr" sz="quarter" idx="11"/>
          </p:nvPr>
        </p:nvSpPr>
        <p:spPr/>
        <p:txBody>
          <a:bodyPr/>
          <a:lstStyle/>
          <a:p>
            <a:r>
              <a:rPr lang="en-US" b="1" dirty="0">
                <a:solidFill>
                  <a:schemeClr val="tx1">
                    <a:lumMod val="95000"/>
                    <a:lumOff val="5000"/>
                  </a:schemeClr>
                </a:solidFill>
              </a:rPr>
              <a:t>Your Project Code(P1-P1-S-20-01) </a:t>
            </a:r>
            <a:r>
              <a:rPr lang="en-US" b="1" dirty="0">
                <a:solidFill>
                  <a:schemeClr val="tx1"/>
                </a:solidFill>
              </a:rPr>
              <a:t>Cat selling system based on Image Processing</a:t>
            </a:r>
            <a:endParaRPr lang="en-US" sz="1400" b="1" dirty="0">
              <a:solidFill>
                <a:schemeClr val="tx1"/>
              </a:solidFill>
            </a:endParaRPr>
          </a:p>
          <a:p>
            <a:endParaRPr lang="en-US" b="1" dirty="0">
              <a:solidFill>
                <a:schemeClr val="tx1"/>
              </a:solidFill>
            </a:endParaRPr>
          </a:p>
        </p:txBody>
      </p:sp>
      <p:sp>
        <p:nvSpPr>
          <p:cNvPr id="5" name="Slide Number Placeholder 4"/>
          <p:cNvSpPr>
            <a:spLocks noGrp="1"/>
          </p:cNvSpPr>
          <p:nvPr>
            <p:ph type="sldNum" sz="quarter" idx="12"/>
          </p:nvPr>
        </p:nvSpPr>
        <p:spPr/>
        <p:txBody>
          <a:bodyPr/>
          <a:lstStyle/>
          <a:p>
            <a:fld id="{FCB64944-C185-42A3-B9E2-0C66306C0823}" type="slidenum">
              <a:rPr lang="en-US" smtClean="0"/>
              <a:t>12</a:t>
            </a:fld>
            <a:endParaRPr lang="en-US"/>
          </a:p>
        </p:txBody>
      </p:sp>
      <p:sp>
        <p:nvSpPr>
          <p:cNvPr id="6" name="Rectangle 5"/>
          <p:cNvSpPr/>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26609" y="112542"/>
            <a:ext cx="11915336" cy="6608933"/>
          </a:xfrm>
          <a:prstGeom prst="roundRect">
            <a:avLst/>
          </a:prstGeom>
          <a:noFill/>
          <a:ln cmpd="thinThick">
            <a:solidFill>
              <a:schemeClr val="accent1">
                <a:shade val="50000"/>
                <a:alpha val="7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811240" y="1634244"/>
            <a:ext cx="10667994" cy="646331"/>
          </a:xfrm>
          <a:prstGeom prst="rect">
            <a:avLst/>
          </a:prstGeom>
        </p:spPr>
        <p:txBody>
          <a:bodyPr wrap="square">
            <a:spAutoFit/>
          </a:bodyPr>
          <a:lstStyle/>
          <a:p>
            <a:r>
              <a:rPr lang="en-US" b="0" i="0" u="none" strike="noStrike" baseline="0" dirty="0">
                <a:solidFill>
                  <a:srgbClr val="000000"/>
                </a:solidFill>
                <a:latin typeface="Times New Roman" panose="02020603050405020304" pitchFamily="18" charset="0"/>
              </a:rPr>
              <a:t>	</a:t>
            </a:r>
            <a:r>
              <a:rPr lang="en-US" dirty="0">
                <a:solidFill>
                  <a:srgbClr val="000000"/>
                </a:solidFill>
                <a:latin typeface="Times New Roman" panose="02020603050405020304" pitchFamily="18" charset="0"/>
              </a:rPr>
              <a:t>Make Payment                                                                             Manage Cart</a:t>
            </a:r>
            <a:endParaRPr lang="en-US" b="0" i="0" u="none" strike="noStrike" baseline="0" dirty="0">
              <a:solidFill>
                <a:srgbClr val="000000"/>
              </a:solidFill>
              <a:latin typeface="Times New Roman" panose="02020603050405020304" pitchFamily="18" charset="0"/>
            </a:endParaRPr>
          </a:p>
          <a:p>
            <a:r>
              <a:rPr lang="en-US" b="0" i="0" u="none" strike="noStrike" baseline="0" dirty="0">
                <a:solidFill>
                  <a:srgbClr val="000000"/>
                </a:solidFill>
                <a:latin typeface="Times New Roman" panose="02020603050405020304" pitchFamily="18" charset="0"/>
              </a:rPr>
              <a:t>	</a:t>
            </a:r>
          </a:p>
        </p:txBody>
      </p:sp>
      <p:pic>
        <p:nvPicPr>
          <p:cNvPr id="11" name="Picture 10">
            <a:extLst>
              <a:ext uri="{FF2B5EF4-FFF2-40B4-BE49-F238E27FC236}">
                <a16:creationId xmlns:a16="http://schemas.microsoft.com/office/drawing/2014/main" id="{72E16AEA-97F6-43DE-BC4E-6BAC3FF8D782}"/>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96101" y="2472490"/>
            <a:ext cx="5525463" cy="3277568"/>
          </a:xfrm>
          <a:prstGeom prst="rect">
            <a:avLst/>
          </a:prstGeom>
          <a:noFill/>
          <a:ln>
            <a:noFill/>
          </a:ln>
        </p:spPr>
      </p:pic>
      <p:pic>
        <p:nvPicPr>
          <p:cNvPr id="12" name="Picture 11" descr="Diagram&#10;&#10;Description automatically generated">
            <a:extLst>
              <a:ext uri="{FF2B5EF4-FFF2-40B4-BE49-F238E27FC236}">
                <a16:creationId xmlns:a16="http://schemas.microsoft.com/office/drawing/2014/main" id="{50A8B3C9-2E4A-95D6-4284-C2F24AB8DA9A}"/>
              </a:ext>
            </a:extLst>
          </p:cNvPr>
          <p:cNvPicPr/>
          <p:nvPr/>
        </p:nvPicPr>
        <p:blipFill>
          <a:blip r:embed="rId5"/>
          <a:stretch>
            <a:fillRect/>
          </a:stretch>
        </p:blipFill>
        <p:spPr>
          <a:xfrm>
            <a:off x="6596964" y="2678479"/>
            <a:ext cx="4643122" cy="3277568"/>
          </a:xfrm>
          <a:prstGeom prst="rect">
            <a:avLst/>
          </a:prstGeom>
        </p:spPr>
      </p:pic>
    </p:spTree>
    <p:extLst>
      <p:ext uri="{BB962C8B-B14F-4D97-AF65-F5344CB8AC3E}">
        <p14:creationId xmlns:p14="http://schemas.microsoft.com/office/powerpoint/2010/main" val="34331446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89501"/>
            <a:ext cx="8952914" cy="1152828"/>
          </a:xfrm>
        </p:spPr>
        <p:txBody>
          <a:bodyPr/>
          <a:lstStyle/>
          <a:p>
            <a:r>
              <a:rPr lang="en-US" b="0" i="0" u="none" strike="noStrike" baseline="0" dirty="0">
                <a:solidFill>
                  <a:srgbClr val="000000"/>
                </a:solidFill>
                <a:latin typeface="Times New Roman" panose="02020603050405020304" pitchFamily="18" charset="0"/>
              </a:rPr>
              <a:t>System</a:t>
            </a:r>
            <a:r>
              <a:rPr lang="en-US" b="0" i="0" u="none" strike="noStrike" dirty="0">
                <a:solidFill>
                  <a:srgbClr val="000000"/>
                </a:solidFill>
                <a:latin typeface="Times New Roman" panose="02020603050405020304" pitchFamily="18" charset="0"/>
              </a:rPr>
              <a:t> </a:t>
            </a:r>
            <a:r>
              <a:rPr lang="en-US" b="0" i="0" u="none" strike="noStrike" baseline="0" dirty="0">
                <a:solidFill>
                  <a:srgbClr val="000000"/>
                </a:solidFill>
                <a:latin typeface="Times New Roman" panose="02020603050405020304" pitchFamily="18" charset="0"/>
              </a:rPr>
              <a:t>Sequence Diagram</a:t>
            </a:r>
            <a:endParaRPr lang="en-US" dirty="0"/>
          </a:p>
        </p:txBody>
      </p:sp>
      <p:pic>
        <p:nvPicPr>
          <p:cNvPr id="10" name="Content Placeholder 9"/>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093570" y="331971"/>
            <a:ext cx="1385664" cy="1385664"/>
          </a:xfrm>
        </p:spPr>
      </p:pic>
      <p:sp>
        <p:nvSpPr>
          <p:cNvPr id="4" name="Footer Placeholder 3"/>
          <p:cNvSpPr>
            <a:spLocks noGrp="1"/>
          </p:cNvSpPr>
          <p:nvPr>
            <p:ph type="ftr" sz="quarter" idx="11"/>
          </p:nvPr>
        </p:nvSpPr>
        <p:spPr>
          <a:xfrm>
            <a:off x="4087837" y="6332366"/>
            <a:ext cx="4114800" cy="365125"/>
          </a:xfrm>
        </p:spPr>
        <p:txBody>
          <a:bodyPr/>
          <a:lstStyle/>
          <a:p>
            <a:r>
              <a:rPr lang="en-US" b="1" dirty="0">
                <a:solidFill>
                  <a:schemeClr val="tx1">
                    <a:lumMod val="95000"/>
                    <a:lumOff val="5000"/>
                  </a:schemeClr>
                </a:solidFill>
              </a:rPr>
              <a:t>Your Project Code(P1-P1-S-20-01)</a:t>
            </a:r>
            <a:r>
              <a:rPr lang="en-US" b="1" dirty="0">
                <a:solidFill>
                  <a:schemeClr val="tx1"/>
                </a:solidFill>
              </a:rPr>
              <a:t> Cat selling system based on Image Processing</a:t>
            </a:r>
            <a:endParaRPr lang="en-US" sz="1400" b="1" dirty="0">
              <a:solidFill>
                <a:schemeClr val="tx1"/>
              </a:solidFill>
            </a:endParaRPr>
          </a:p>
          <a:p>
            <a:endParaRPr lang="en-US" b="1"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fld id="{FCB64944-C185-42A3-B9E2-0C66306C0823}" type="slidenum">
              <a:rPr lang="en-US" smtClean="0"/>
              <a:t>13</a:t>
            </a:fld>
            <a:endParaRPr lang="en-US"/>
          </a:p>
        </p:txBody>
      </p:sp>
      <p:sp>
        <p:nvSpPr>
          <p:cNvPr id="6" name="Rectangle 5"/>
          <p:cNvSpPr/>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26609" y="112542"/>
            <a:ext cx="11915336" cy="6608933"/>
          </a:xfrm>
          <a:prstGeom prst="roundRect">
            <a:avLst/>
          </a:prstGeom>
          <a:noFill/>
          <a:ln cmpd="thinThick">
            <a:solidFill>
              <a:schemeClr val="accent1">
                <a:shade val="50000"/>
                <a:alpha val="7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811240" y="1634244"/>
            <a:ext cx="10667994" cy="646331"/>
          </a:xfrm>
          <a:prstGeom prst="rect">
            <a:avLst/>
          </a:prstGeom>
        </p:spPr>
        <p:txBody>
          <a:bodyPr wrap="square">
            <a:spAutoFit/>
          </a:bodyPr>
          <a:lstStyle/>
          <a:p>
            <a:r>
              <a:rPr lang="en-US" b="0" i="0" u="none" strike="noStrike" baseline="0" dirty="0">
                <a:solidFill>
                  <a:srgbClr val="000000"/>
                </a:solidFill>
                <a:latin typeface="Times New Roman" panose="02020603050405020304" pitchFamily="18" charset="0"/>
              </a:rPr>
              <a:t>	      Give Feedback                                                                                     Raise Conflict</a:t>
            </a:r>
          </a:p>
          <a:p>
            <a:r>
              <a:rPr lang="en-US" b="0" i="0" u="none" strike="noStrike" baseline="0" dirty="0">
                <a:solidFill>
                  <a:srgbClr val="000000"/>
                </a:solidFill>
                <a:latin typeface="Times New Roman" panose="02020603050405020304" pitchFamily="18" charset="0"/>
              </a:rPr>
              <a:t>	</a:t>
            </a:r>
          </a:p>
        </p:txBody>
      </p:sp>
      <p:pic>
        <p:nvPicPr>
          <p:cNvPr id="12" name="Picture 11" descr="Diagram&#10;&#10;Description automatically generated">
            <a:extLst>
              <a:ext uri="{FF2B5EF4-FFF2-40B4-BE49-F238E27FC236}">
                <a16:creationId xmlns:a16="http://schemas.microsoft.com/office/drawing/2014/main" id="{C59A65F2-93E6-D3B1-58BF-16AFA749F26D}"/>
              </a:ext>
            </a:extLst>
          </p:cNvPr>
          <p:cNvPicPr/>
          <p:nvPr/>
        </p:nvPicPr>
        <p:blipFill>
          <a:blip r:embed="rId4"/>
          <a:stretch>
            <a:fillRect/>
          </a:stretch>
        </p:blipFill>
        <p:spPr>
          <a:xfrm>
            <a:off x="6682715" y="2378854"/>
            <a:ext cx="4600132" cy="3139249"/>
          </a:xfrm>
          <a:prstGeom prst="rect">
            <a:avLst/>
          </a:prstGeom>
        </p:spPr>
      </p:pic>
      <p:pic>
        <p:nvPicPr>
          <p:cNvPr id="14" name="Picture 13" descr="Diagram&#10;&#10;Description automatically generated">
            <a:extLst>
              <a:ext uri="{FF2B5EF4-FFF2-40B4-BE49-F238E27FC236}">
                <a16:creationId xmlns:a16="http://schemas.microsoft.com/office/drawing/2014/main" id="{6E31A31C-E383-AF88-3732-7CB93FC75716}"/>
              </a:ext>
            </a:extLst>
          </p:cNvPr>
          <p:cNvPicPr/>
          <p:nvPr/>
        </p:nvPicPr>
        <p:blipFill>
          <a:blip r:embed="rId5"/>
          <a:stretch>
            <a:fillRect/>
          </a:stretch>
        </p:blipFill>
        <p:spPr>
          <a:xfrm>
            <a:off x="1330984" y="2361465"/>
            <a:ext cx="4592633" cy="3364086"/>
          </a:xfrm>
          <a:prstGeom prst="rect">
            <a:avLst/>
          </a:prstGeom>
        </p:spPr>
      </p:pic>
    </p:spTree>
    <p:extLst>
      <p:ext uri="{BB962C8B-B14F-4D97-AF65-F5344CB8AC3E}">
        <p14:creationId xmlns:p14="http://schemas.microsoft.com/office/powerpoint/2010/main" val="16119784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8952914" cy="422666"/>
          </a:xfrm>
        </p:spPr>
        <p:txBody>
          <a:bodyPr>
            <a:normAutofit/>
          </a:bodyPr>
          <a:lstStyle/>
          <a:p>
            <a:r>
              <a:rPr lang="en-US" sz="1400" b="0" i="0" u="none" strike="noStrike" baseline="0" dirty="0">
                <a:solidFill>
                  <a:srgbClr val="000000"/>
                </a:solidFill>
                <a:latin typeface="Times New Roman" panose="02020603050405020304" pitchFamily="18" charset="0"/>
              </a:rPr>
              <a:t>Domain Model</a:t>
            </a:r>
            <a:endParaRPr lang="en-US" sz="1400" dirty="0"/>
          </a:p>
        </p:txBody>
      </p:sp>
      <p:pic>
        <p:nvPicPr>
          <p:cNvPr id="10" name="Content Placeholder 9"/>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093570" y="331971"/>
            <a:ext cx="1385664" cy="1385664"/>
          </a:xfrm>
        </p:spPr>
      </p:pic>
      <p:sp>
        <p:nvSpPr>
          <p:cNvPr id="4" name="Footer Placeholder 3"/>
          <p:cNvSpPr>
            <a:spLocks noGrp="1"/>
          </p:cNvSpPr>
          <p:nvPr>
            <p:ph type="ftr" sz="quarter" idx="11"/>
          </p:nvPr>
        </p:nvSpPr>
        <p:spPr/>
        <p:txBody>
          <a:bodyPr/>
          <a:lstStyle/>
          <a:p>
            <a:r>
              <a:rPr lang="en-US" b="1" dirty="0">
                <a:solidFill>
                  <a:schemeClr val="tx1">
                    <a:lumMod val="95000"/>
                    <a:lumOff val="5000"/>
                  </a:schemeClr>
                </a:solidFill>
              </a:rPr>
              <a:t>Your Project Code(P1-P1-S-20-01</a:t>
            </a:r>
            <a:r>
              <a:rPr lang="en-US" b="1" dirty="0">
                <a:solidFill>
                  <a:schemeClr val="tx1"/>
                </a:solidFill>
              </a:rPr>
              <a:t>Cat selling system based on Image Processing</a:t>
            </a:r>
            <a:endParaRPr lang="en-US" sz="1400" b="1" dirty="0">
              <a:solidFill>
                <a:schemeClr val="tx1"/>
              </a:solidFill>
            </a:endParaRPr>
          </a:p>
          <a:p>
            <a:endParaRPr lang="en-US" b="1"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fld id="{FCB64944-C185-42A3-B9E2-0C66306C0823}" type="slidenum">
              <a:rPr lang="en-US" smtClean="0"/>
              <a:t>14</a:t>
            </a:fld>
            <a:endParaRPr lang="en-US"/>
          </a:p>
        </p:txBody>
      </p:sp>
      <p:sp>
        <p:nvSpPr>
          <p:cNvPr id="6" name="Rectangle 5"/>
          <p:cNvSpPr/>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26609" y="112542"/>
            <a:ext cx="11915336" cy="6608933"/>
          </a:xfrm>
          <a:prstGeom prst="roundRect">
            <a:avLst/>
          </a:prstGeom>
          <a:noFill/>
          <a:ln cmpd="thinThick">
            <a:solidFill>
              <a:schemeClr val="accent1">
                <a:shade val="50000"/>
                <a:alpha val="7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811240" y="1828489"/>
            <a:ext cx="10667994" cy="646331"/>
          </a:xfrm>
          <a:prstGeom prst="rect">
            <a:avLst/>
          </a:prstGeom>
        </p:spPr>
        <p:txBody>
          <a:bodyPr wrap="square">
            <a:spAutoFit/>
          </a:bodyPr>
          <a:lstStyle/>
          <a:p>
            <a:r>
              <a:rPr lang="en-US" b="0" i="0" u="none" strike="noStrike" baseline="0" dirty="0">
                <a:solidFill>
                  <a:srgbClr val="000000"/>
                </a:solidFill>
                <a:latin typeface="Times New Roman" panose="02020603050405020304" pitchFamily="18" charset="0"/>
              </a:rPr>
              <a:t>	</a:t>
            </a:r>
          </a:p>
          <a:p>
            <a:r>
              <a:rPr lang="en-US" b="0" i="0" u="none" strike="noStrike" baseline="0" dirty="0">
                <a:solidFill>
                  <a:srgbClr val="000000"/>
                </a:solidFill>
                <a:latin typeface="Times New Roman" panose="02020603050405020304" pitchFamily="18" charset="0"/>
              </a:rPr>
              <a:t>	</a:t>
            </a:r>
          </a:p>
        </p:txBody>
      </p:sp>
      <p:pic>
        <p:nvPicPr>
          <p:cNvPr id="12" name="Picture 11" descr="Diagram, schematic&#10;&#10;Description automatically generated">
            <a:extLst>
              <a:ext uri="{FF2B5EF4-FFF2-40B4-BE49-F238E27FC236}">
                <a16:creationId xmlns:a16="http://schemas.microsoft.com/office/drawing/2014/main" id="{0B2765B8-D54E-6880-C4DE-4CB6C8B793E6}"/>
              </a:ext>
            </a:extLst>
          </p:cNvPr>
          <p:cNvPicPr/>
          <p:nvPr/>
        </p:nvPicPr>
        <p:blipFill>
          <a:blip r:embed="rId4"/>
          <a:stretch>
            <a:fillRect/>
          </a:stretch>
        </p:blipFill>
        <p:spPr>
          <a:xfrm>
            <a:off x="1167618" y="1040376"/>
            <a:ext cx="8925952" cy="4727378"/>
          </a:xfrm>
          <a:prstGeom prst="rect">
            <a:avLst/>
          </a:prstGeom>
        </p:spPr>
      </p:pic>
    </p:spTree>
    <p:extLst>
      <p:ext uri="{BB962C8B-B14F-4D97-AF65-F5344CB8AC3E}">
        <p14:creationId xmlns:p14="http://schemas.microsoft.com/office/powerpoint/2010/main" val="10261703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8952914" cy="535207"/>
          </a:xfrm>
        </p:spPr>
        <p:txBody>
          <a:bodyPr>
            <a:normAutofit/>
          </a:bodyPr>
          <a:lstStyle/>
          <a:p>
            <a:r>
              <a:rPr lang="en-US" sz="1400" b="0" i="0" u="none" strike="noStrike" baseline="0" dirty="0">
                <a:solidFill>
                  <a:srgbClr val="000000"/>
                </a:solidFill>
                <a:latin typeface="Times New Roman" panose="02020603050405020304" pitchFamily="18" charset="0"/>
              </a:rPr>
              <a:t>Class diagram</a:t>
            </a:r>
            <a:endParaRPr lang="en-US" sz="1400" dirty="0"/>
          </a:p>
        </p:txBody>
      </p:sp>
      <p:pic>
        <p:nvPicPr>
          <p:cNvPr id="10" name="Content Placeholder 9"/>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874329" y="0"/>
            <a:ext cx="1385664" cy="1385664"/>
          </a:xfrm>
        </p:spPr>
      </p:pic>
      <p:sp>
        <p:nvSpPr>
          <p:cNvPr id="4" name="Footer Placeholder 3"/>
          <p:cNvSpPr>
            <a:spLocks noGrp="1"/>
          </p:cNvSpPr>
          <p:nvPr>
            <p:ph type="ftr" sz="quarter" idx="11"/>
          </p:nvPr>
        </p:nvSpPr>
        <p:spPr/>
        <p:txBody>
          <a:bodyPr/>
          <a:lstStyle/>
          <a:p>
            <a:r>
              <a:rPr lang="en-US" b="1" dirty="0">
                <a:solidFill>
                  <a:schemeClr val="tx1">
                    <a:lumMod val="95000"/>
                    <a:lumOff val="5000"/>
                  </a:schemeClr>
                </a:solidFill>
              </a:rPr>
              <a:t>Your Project Code(P1-P1-S-20-01</a:t>
            </a:r>
            <a:r>
              <a:rPr lang="en-US" b="1" dirty="0">
                <a:solidFill>
                  <a:schemeClr val="tx1"/>
                </a:solidFill>
              </a:rPr>
              <a:t>Cat selling system based on Image Processing</a:t>
            </a:r>
            <a:endParaRPr lang="en-US" sz="1400" b="1" dirty="0">
              <a:solidFill>
                <a:schemeClr val="tx1"/>
              </a:solidFill>
            </a:endParaRPr>
          </a:p>
          <a:p>
            <a:endParaRPr lang="en-US" b="1"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fld id="{FCB64944-C185-42A3-B9E2-0C66306C0823}" type="slidenum">
              <a:rPr lang="en-US" smtClean="0"/>
              <a:t>15</a:t>
            </a:fld>
            <a:endParaRPr lang="en-US"/>
          </a:p>
        </p:txBody>
      </p:sp>
      <p:sp>
        <p:nvSpPr>
          <p:cNvPr id="6" name="Rectangle 5"/>
          <p:cNvSpPr/>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26609" y="112542"/>
            <a:ext cx="11915336" cy="6608933"/>
          </a:xfrm>
          <a:prstGeom prst="roundRect">
            <a:avLst/>
          </a:prstGeom>
          <a:noFill/>
          <a:ln cmpd="thinThick">
            <a:solidFill>
              <a:schemeClr val="accent1">
                <a:shade val="50000"/>
                <a:alpha val="7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811240" y="1828489"/>
            <a:ext cx="10667994" cy="646331"/>
          </a:xfrm>
          <a:prstGeom prst="rect">
            <a:avLst/>
          </a:prstGeom>
        </p:spPr>
        <p:txBody>
          <a:bodyPr wrap="square">
            <a:spAutoFit/>
          </a:bodyPr>
          <a:lstStyle/>
          <a:p>
            <a:r>
              <a:rPr lang="en-US" b="0" i="0" u="none" strike="noStrike" baseline="0" dirty="0">
                <a:solidFill>
                  <a:srgbClr val="000000"/>
                </a:solidFill>
                <a:latin typeface="Times New Roman" panose="02020603050405020304" pitchFamily="18" charset="0"/>
              </a:rPr>
              <a:t>	</a:t>
            </a:r>
          </a:p>
          <a:p>
            <a:r>
              <a:rPr lang="en-US" b="0" i="0" u="none" strike="noStrike" baseline="0" dirty="0">
                <a:solidFill>
                  <a:srgbClr val="000000"/>
                </a:solidFill>
                <a:latin typeface="Times New Roman" panose="02020603050405020304" pitchFamily="18" charset="0"/>
              </a:rPr>
              <a:t>	</a:t>
            </a:r>
          </a:p>
        </p:txBody>
      </p:sp>
      <p:pic>
        <p:nvPicPr>
          <p:cNvPr id="11" name="Picture 10">
            <a:extLst>
              <a:ext uri="{FF2B5EF4-FFF2-40B4-BE49-F238E27FC236}">
                <a16:creationId xmlns:a16="http://schemas.microsoft.com/office/drawing/2014/main" id="{4CBB279C-7243-494F-AC1A-A09F54A5DBE8}"/>
              </a:ext>
            </a:extLst>
          </p:cNvPr>
          <p:cNvPicPr>
            <a:picLocks noChangeAspect="1"/>
          </p:cNvPicPr>
          <p:nvPr/>
        </p:nvPicPr>
        <p:blipFill>
          <a:blip r:embed="rId4"/>
          <a:stretch>
            <a:fillRect/>
          </a:stretch>
        </p:blipFill>
        <p:spPr>
          <a:xfrm>
            <a:off x="838200" y="1152916"/>
            <a:ext cx="10204938" cy="5066910"/>
          </a:xfrm>
          <a:prstGeom prst="rect">
            <a:avLst/>
          </a:prstGeom>
        </p:spPr>
      </p:pic>
    </p:spTree>
    <p:extLst>
      <p:ext uri="{BB962C8B-B14F-4D97-AF65-F5344CB8AC3E}">
        <p14:creationId xmlns:p14="http://schemas.microsoft.com/office/powerpoint/2010/main" val="42855090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22406" y="2433075"/>
            <a:ext cx="2777197" cy="1325563"/>
          </a:xfrm>
        </p:spPr>
        <p:txBody>
          <a:bodyPr/>
          <a:lstStyle/>
          <a:p>
            <a:r>
              <a:rPr lang="en-US" dirty="0">
                <a:solidFill>
                  <a:srgbClr val="000000"/>
                </a:solidFill>
                <a:latin typeface="Times New Roman" panose="02020603050405020304" pitchFamily="18" charset="0"/>
              </a:rPr>
              <a:t>Thank You</a:t>
            </a:r>
            <a:endParaRPr lang="en-US" dirty="0"/>
          </a:p>
        </p:txBody>
      </p:sp>
      <p:pic>
        <p:nvPicPr>
          <p:cNvPr id="10" name="Content Placeholder 9"/>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093570" y="331971"/>
            <a:ext cx="1385664" cy="1385664"/>
          </a:xfrm>
        </p:spPr>
      </p:pic>
      <p:sp>
        <p:nvSpPr>
          <p:cNvPr id="4" name="Footer Placeholder 3"/>
          <p:cNvSpPr>
            <a:spLocks noGrp="1"/>
          </p:cNvSpPr>
          <p:nvPr>
            <p:ph type="ftr" sz="quarter" idx="11"/>
          </p:nvPr>
        </p:nvSpPr>
        <p:spPr/>
        <p:txBody>
          <a:bodyPr/>
          <a:lstStyle/>
          <a:p>
            <a:r>
              <a:rPr lang="en-US" b="1" dirty="0">
                <a:solidFill>
                  <a:schemeClr val="tx1">
                    <a:lumMod val="95000"/>
                    <a:lumOff val="5000"/>
                  </a:schemeClr>
                </a:solidFill>
              </a:rPr>
              <a:t>Your Project Code(P1-P1-S-20-01) </a:t>
            </a:r>
            <a:r>
              <a:rPr lang="en-US" b="1" dirty="0">
                <a:solidFill>
                  <a:schemeClr val="tx1"/>
                </a:solidFill>
              </a:rPr>
              <a:t>Cat selling system based on Image Processing</a:t>
            </a:r>
            <a:endParaRPr lang="en-US" sz="1400" b="1" dirty="0">
              <a:solidFill>
                <a:schemeClr val="tx1"/>
              </a:solidFill>
            </a:endParaRPr>
          </a:p>
          <a:p>
            <a:endParaRPr lang="en-US" b="1" dirty="0">
              <a:solidFill>
                <a:schemeClr val="tx1">
                  <a:lumMod val="95000"/>
                  <a:lumOff val="5000"/>
                </a:schemeClr>
              </a:solidFill>
            </a:endParaRPr>
          </a:p>
        </p:txBody>
      </p:sp>
      <p:sp>
        <p:nvSpPr>
          <p:cNvPr id="5" name="Slide Number Placeholder 4"/>
          <p:cNvSpPr>
            <a:spLocks noGrp="1"/>
          </p:cNvSpPr>
          <p:nvPr>
            <p:ph type="sldNum" sz="quarter" idx="12"/>
          </p:nvPr>
        </p:nvSpPr>
        <p:spPr/>
        <p:txBody>
          <a:bodyPr/>
          <a:lstStyle/>
          <a:p>
            <a:fld id="{FCB64944-C185-42A3-B9E2-0C66306C0823}" type="slidenum">
              <a:rPr lang="en-US" smtClean="0"/>
              <a:t>16</a:t>
            </a:fld>
            <a:endParaRPr lang="en-US"/>
          </a:p>
        </p:txBody>
      </p:sp>
      <p:sp>
        <p:nvSpPr>
          <p:cNvPr id="6" name="Rectangle 5"/>
          <p:cNvSpPr/>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26609" y="112542"/>
            <a:ext cx="11915336" cy="6608933"/>
          </a:xfrm>
          <a:prstGeom prst="roundRect">
            <a:avLst/>
          </a:prstGeom>
          <a:noFill/>
          <a:ln cmpd="thinThick">
            <a:solidFill>
              <a:schemeClr val="accent1">
                <a:shade val="50000"/>
                <a:alpha val="7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811240" y="1828489"/>
            <a:ext cx="10667994" cy="646331"/>
          </a:xfrm>
          <a:prstGeom prst="rect">
            <a:avLst/>
          </a:prstGeom>
        </p:spPr>
        <p:txBody>
          <a:bodyPr wrap="square">
            <a:spAutoFit/>
          </a:bodyPr>
          <a:lstStyle/>
          <a:p>
            <a:r>
              <a:rPr lang="en-US" b="0" i="0" u="none" strike="noStrike" baseline="0" dirty="0">
                <a:solidFill>
                  <a:srgbClr val="000000"/>
                </a:solidFill>
                <a:latin typeface="Times New Roman" panose="02020603050405020304" pitchFamily="18" charset="0"/>
              </a:rPr>
              <a:t>	</a:t>
            </a:r>
          </a:p>
          <a:p>
            <a:r>
              <a:rPr lang="en-US" b="0" i="0" u="none" strike="noStrike" baseline="0" dirty="0">
                <a:solidFill>
                  <a:srgbClr val="000000"/>
                </a:solidFill>
                <a:latin typeface="Times New Roman" panose="02020603050405020304" pitchFamily="18" charset="0"/>
              </a:rPr>
              <a:t>	</a:t>
            </a:r>
          </a:p>
        </p:txBody>
      </p:sp>
    </p:spTree>
    <p:extLst>
      <p:ext uri="{BB962C8B-B14F-4D97-AF65-F5344CB8AC3E}">
        <p14:creationId xmlns:p14="http://schemas.microsoft.com/office/powerpoint/2010/main" val="3823600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616</TotalTime>
  <Words>644</Words>
  <Application>Microsoft Office PowerPoint</Application>
  <PresentationFormat>Widescreen</PresentationFormat>
  <Paragraphs>154</Paragraphs>
  <Slides>16</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Aharoni</vt:lpstr>
      <vt:lpstr>Arial</vt:lpstr>
      <vt:lpstr>Calibri</vt:lpstr>
      <vt:lpstr>Calibri Light</vt:lpstr>
      <vt:lpstr>Times New Roman</vt:lpstr>
      <vt:lpstr>Wingdings</vt:lpstr>
      <vt:lpstr>Office Theme</vt:lpstr>
      <vt:lpstr>Group members  Muhammad Hamza Mahmood_18F0421  Muhammad Abubakar_18F-0151  Zurriat Naveed_18F-0221   </vt:lpstr>
      <vt:lpstr>PowerPoint Presentation</vt:lpstr>
      <vt:lpstr> Outline (FYP Report v 1.0)</vt:lpstr>
      <vt:lpstr>Project Introduction</vt:lpstr>
      <vt:lpstr>Motivation</vt:lpstr>
      <vt:lpstr>Use Case Diagram</vt:lpstr>
      <vt:lpstr>Activity Diagram</vt:lpstr>
      <vt:lpstr>Sequence Diagram</vt:lpstr>
      <vt:lpstr>System Sequence Diagram</vt:lpstr>
      <vt:lpstr>System Sequence Diagram</vt:lpstr>
      <vt:lpstr>System Sequence Diagram</vt:lpstr>
      <vt:lpstr>System Sequence Diagram</vt:lpstr>
      <vt:lpstr>System Sequence Diagram</vt:lpstr>
      <vt:lpstr>Domain Model</vt:lpstr>
      <vt:lpstr>Class diagram</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Zurriat Naveed</cp:lastModifiedBy>
  <cp:revision>31</cp:revision>
  <dcterms:created xsi:type="dcterms:W3CDTF">2020-03-04T09:32:07Z</dcterms:created>
  <dcterms:modified xsi:type="dcterms:W3CDTF">2022-06-28T22:09:50Z</dcterms:modified>
</cp:coreProperties>
</file>